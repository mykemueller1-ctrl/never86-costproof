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4f1d313ec94897" /><Relationship Type="http://schemas.openxmlformats.org/officeDocument/2006/relationships/extended-properties" Target="/docProps/app.xml" Id="R1f1b2f09e76f47ef" /><Relationship Type="http://schemas.openxmlformats.org/officeDocument/2006/relationships/officeDocument" Target="/ppt/presentation.xml" Id="R59738d6bafc34171" /></Relationships>
</file>

<file path=ppt/presentation.xml><?xml version="1.0" encoding="utf-8"?>
<p:presentation xmlns:p="http://schemas.openxmlformats.org/presentationml/2006/main">
  <p:sldMasterIdLst>
    <p:sldMasterId xmlns:r="http://schemas.openxmlformats.org/officeDocument/2006/relationships" id="2147483648" r:id="R54b1eba61f704982"/>
  </p:sldMasterIdLst>
  <p:notesMasterIdLst>
    <p:notesMasterId xmlns:r="http://schemas.openxmlformats.org/officeDocument/2006/relationships" r:id="R7f76142973a74407"/>
  </p:notesMasterIdLst>
  <p:sldIdLst>
    <p:sldId xmlns:r="http://schemas.openxmlformats.org/officeDocument/2006/relationships" id="256" r:id="Rcbcc3a0a6f344850"/>
    <p:sldId xmlns:r="http://schemas.openxmlformats.org/officeDocument/2006/relationships" id="257" r:id="Rac26b73a47704267"/>
    <p:sldId xmlns:r="http://schemas.openxmlformats.org/officeDocument/2006/relationships" id="258" r:id="Rf8e9a7b6ff8c43c5"/>
    <p:sldId xmlns:r="http://schemas.openxmlformats.org/officeDocument/2006/relationships" id="259" r:id="R9e4f4f8e9e754b44"/>
    <p:sldId xmlns:r="http://schemas.openxmlformats.org/officeDocument/2006/relationships" id="260" r:id="Rdb64ebb75b7e43ff"/>
    <p:sldId xmlns:r="http://schemas.openxmlformats.org/officeDocument/2006/relationships" id="261" r:id="R703e764d88ca488b"/>
    <p:sldId xmlns:r="http://schemas.openxmlformats.org/officeDocument/2006/relationships" id="262" r:id="R846b39c1d43e45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85abe4a7114d3a" /><Relationship Type="http://schemas.openxmlformats.org/officeDocument/2006/relationships/slideMaster" Target="/ppt/slideMasters/slideMaster1.xml" Id="R54b1eba61f704982" /><Relationship Type="http://schemas.openxmlformats.org/officeDocument/2006/relationships/notesMaster" Target="/ppt/notesMasters/notesMaster1.xml" Id="R7f76142973a74407" /><Relationship Type="http://schemas.openxmlformats.org/officeDocument/2006/relationships/presProps" Target="/ppt/presProps.xml" Id="R0de17daf44094a01" /><Relationship Type="http://schemas.openxmlformats.org/officeDocument/2006/relationships/tableStyles" Target="/ppt/tableStyles.xml" Id="R33c8a843a6f14aa4" /><Relationship Type="http://schemas.openxmlformats.org/officeDocument/2006/relationships/slide" Target="/ppt/slides/slide1.xml" Id="Rcbcc3a0a6f344850" /><Relationship Type="http://schemas.openxmlformats.org/officeDocument/2006/relationships/slide" Target="/ppt/slides/slide2.xml" Id="Rac26b73a47704267" /><Relationship Type="http://schemas.openxmlformats.org/officeDocument/2006/relationships/slide" Target="/ppt/slides/slide3.xml" Id="Rf8e9a7b6ff8c43c5" /><Relationship Type="http://schemas.openxmlformats.org/officeDocument/2006/relationships/slide" Target="/ppt/slides/slide4.xml" Id="R9e4f4f8e9e754b44" /><Relationship Type="http://schemas.openxmlformats.org/officeDocument/2006/relationships/slide" Target="/ppt/slides/slide5.xml" Id="Rdb64ebb75b7e43ff" /><Relationship Type="http://schemas.openxmlformats.org/officeDocument/2006/relationships/slide" Target="/ppt/slides/slide6.xml" Id="R703e764d88ca488b" /><Relationship Type="http://schemas.openxmlformats.org/officeDocument/2006/relationships/slide" Target="/ppt/slides/slide7.xml" Id="R846b39c1d43e45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6d3ebc067548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f9ec3adc394000" /><Relationship Type="http://schemas.openxmlformats.org/officeDocument/2006/relationships/notesMaster" Target="/ppt/notesMasters/notesMaster1.xml" Id="R1884557a680f48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777b6bad92456e" /><Relationship Type="http://schemas.openxmlformats.org/officeDocument/2006/relationships/notesMaster" Target="/ppt/notesMasters/notesMaster1.xml" Id="R598157dfa1f24c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d3d60d25e64af1" /><Relationship Type="http://schemas.openxmlformats.org/officeDocument/2006/relationships/notesMaster" Target="/ppt/notesMasters/notesMaster1.xml" Id="Rccd7b0d4fc2741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9185cff6024427" /><Relationship Type="http://schemas.openxmlformats.org/officeDocument/2006/relationships/notesMaster" Target="/ppt/notesMasters/notesMaster1.xml" Id="Re12a6ac80fa645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8c60d8a83a4db5" /><Relationship Type="http://schemas.openxmlformats.org/officeDocument/2006/relationships/notesMaster" Target="/ppt/notesMasters/notesMaster1.xml" Id="R755cbad0692d4b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2e52fe6a064969" /><Relationship Type="http://schemas.openxmlformats.org/officeDocument/2006/relationships/notesMaster" Target="/ppt/notesMasters/notesMaster1.xml" Id="R1f42d9a96f9347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90bb9dfe3c4f15" /><Relationship Type="http://schemas.openxmlformats.org/officeDocument/2006/relationships/notesMaster" Target="/ppt/notesMasters/notesMaster1.xml" Id="Rfb49c94ce2f247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Never86 Builders. Myke Mueller. The Agent That Can Explain Why. This deck matches the public Node application, not the separate Python prototype. All operating data is synthetic. Live sponsor completion remains pending. Source: https://github.com/mykemueller1-ctrl/never86-costproof/blob/main/README.md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synthetic dinner: actual net sales 1,200,000 cents, straight-time wages 396,000 cents, target 2,800 basis points. Actual labor 33%. Planned sales $13,500, planned wages $3,780. Sources: https://github.com/mykemueller1-ctrl/never86-costproof/tree/main/seed/sources and src/reconcile.mjs. No actual restaurant result or market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allowance = $12,000 × 28% = $3,360. Actual wages $3,960 minus allowance = $600. Planned allowance $13,500 × 28% = $3,780, equal to planned wages. Baseline variance is zero. Sales-plan denominator effect $3,780 − $3,360 = $420. Labor-dollar change $3,960 − $3,780 = $180. Source: https://github.com/mykemueller1-ctrl/never86-costproof/blob/main/src/reconcile.mjs. These are accounting components, not causal findings or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manager report says the six additional hours were approved training at $30/hour. The app records the report as UNVERIFIED_MANAGER_REPORT with scope and provenance. H-MEM retains it and retrieves it in a later investigation. Payroll stays unchanged. Sources: https://github.com/mykemueller1-ctrl/never86-costproof/blob/main/src/memory.mjs, seed/sources/manager_correction.json and public/app.js. The app proposes an unsent check; no accepted due date or verified action completion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deterministic sample runner passes complete, missing-wages and mismatched-restaurant cases. Missing wage data returns null metrics and bridge plus an evidence request. Wrong restaurant raises SCOPE_MISMATCH. These fault cases alter local fixtures only; the registered Zetaris path rejects fixture fault injection. Sources: https://github.com/mykemueller1-ctrl/never86-costproof/blob/main/src/sample-run.mjs and src/reconcile.mjs.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live path: scoped registered source reads through Zetaris, Nightshift source planning and explanations, separate evidence critic context, deterministic numeric and citation gates. H-MEM reference executes locally. The live-run command rejects fixture sources, injected test transports and discovery-only evidence. Current environment produced ZETARIS_CONFIG_MISSING. External live completion is unverified. Sources: https://github.com/mykemueller1-ctrl/never86-costproof/blob/main/src/live-run.mjs, src/investigate.mjs and docs/live-acceptance.md.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Positioning judgment, not a winning probability. One focused investigation carries Action Shift and Command Center operating doctrine into a new competition application. Prior operating research and prewindow preparation are disclosed. The public source record reports core calculation code entered and saved in Cursor; Cursor model usage remains unverified. No private product source or customer data is included. See https://github.com/mykemueller1-ctrl/never86-costproof/blob/main/docs/source-provenance.md and docs/preexisting.md. The entry is still a development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9997489ae341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a146b675e34b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622a1510384a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f96c5f439a42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161d297cfc49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734baa6a374f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F93DE4-8C0D-40BE-8FCC-5AAC8ECF86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2ED478-6FAB-433B-A4F8-4A54176D3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99BD13A-45C8-4BF2-B701-A7E9DD9D8A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120D00-6EE8-4FFF-96A4-FC5B852AF1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1EA94F-6C06-4D5F-B5A0-468F115C5A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ED844C-EBE0-4470-9888-B76CFFA8E4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EE32C9-C268-4F5F-9137-688F98924E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4D2FD4-544D-4364-A78F-413456174E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BB5362-598C-4A3D-85A3-328E024FB3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0D7D60-A0EB-4695-88B6-57FA97F3D5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dfa6e460454eb2" /><Relationship Type="http://schemas.openxmlformats.org/officeDocument/2006/relationships/slideLayout" Target="/ppt/slideLayouts/slideLayout1.xml" Id="Re71ab1d742554cc4" /><Relationship Type="http://schemas.openxmlformats.org/officeDocument/2006/relationships/slideLayout" Target="/ppt/slideLayouts/slideLayout2.xml" Id="Red0ee06ed4ff47ff" /><Relationship Type="http://schemas.openxmlformats.org/officeDocument/2006/relationships/slideLayout" Target="/ppt/slideLayouts/slideLayout3.xml" Id="R9c26104946874797" /><Relationship Type="http://schemas.openxmlformats.org/officeDocument/2006/relationships/slideLayout" Target="/ppt/slideLayouts/slideLayout4.xml" Id="R85ee6ad5e57345f7" /><Relationship Type="http://schemas.openxmlformats.org/officeDocument/2006/relationships/slideLayout" Target="/ppt/slideLayouts/slideLayout5.xml" Id="Ra9c5359f907a4465" /><Relationship Type="http://schemas.openxmlformats.org/officeDocument/2006/relationships/slideLayout" Target="/ppt/slideLayouts/slideLayout6.xml" Id="R2ec9fc90418040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1ab1d742554cc4"/>
    <p:sldLayoutId xmlns:r="http://schemas.openxmlformats.org/officeDocument/2006/relationships" id="2147483650" r:id="Red0ee06ed4ff47ff"/>
    <p:sldLayoutId xmlns:r="http://schemas.openxmlformats.org/officeDocument/2006/relationships" id="2147483651" r:id="R9c26104946874797"/>
    <p:sldLayoutId xmlns:r="http://schemas.openxmlformats.org/officeDocument/2006/relationships" id="2147483652" r:id="R85ee6ad5e57345f7"/>
    <p:sldLayoutId xmlns:r="http://schemas.openxmlformats.org/officeDocument/2006/relationships" id="2147483653" r:id="Ra9c5359f907a4465"/>
    <p:sldLayoutId xmlns:r="http://schemas.openxmlformats.org/officeDocument/2006/relationships" id="2147483654" r:id="R2ec9fc90418040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49e2fc202f46d7" /><Relationship Type="http://schemas.openxmlformats.org/officeDocument/2006/relationships/notesSlide" Target="/ppt/notesSlides/notesSlide1.xml" Id="R7206139504fd45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23a02c99af4a5b" /><Relationship Type="http://schemas.openxmlformats.org/officeDocument/2006/relationships/notesSlide" Target="/ppt/notesSlides/notesSlide2.xml" Id="R4baecb20eaa440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92f23d1b8546a8" /><Relationship Type="http://schemas.openxmlformats.org/officeDocument/2006/relationships/notesSlide" Target="/ppt/notesSlides/notesSlide3.xml" Id="Rabfcb4d5d2a64d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e9d83d800443df" /><Relationship Type="http://schemas.openxmlformats.org/officeDocument/2006/relationships/notesSlide" Target="/ppt/notesSlides/notesSlide4.xml" Id="R3047cde2a3964d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2ab3fcc9e84ab6" /><Relationship Type="http://schemas.openxmlformats.org/officeDocument/2006/relationships/notesSlide" Target="/ppt/notesSlides/notesSlide5.xml" Id="Rb1b5543517974c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0c8a3e28e54dd6" /><Relationship Type="http://schemas.openxmlformats.org/officeDocument/2006/relationships/notesSlide" Target="/ppt/notesSlides/notesSlide6.xml" Id="R06fcae367cc045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9f25956744b4d5f" /><Relationship Type="http://schemas.openxmlformats.org/officeDocument/2006/relationships/notesSlide" Target="/ppt/notesSlides/notesSlide7.xml" Id="Rbe6daaeedb2b414b" /></Relationships>
</file>

<file path=ppt/slides/slide1.xml><?xml version="1.0" encoding="utf-8"?>
<p:sld xmlns:p="http://schemas.openxmlformats.org/presentationml/2006/main">
  <p:cSld>
    <p:bg>
      <p:bgPr>
        <a:solidFill xmlns:a="http://schemas.openxmlformats.org/drawingml/2006/main">
          <a:srgbClr val="102C2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4F2F39C-2D55-474C-A824-5B05D8AD9D95}"/>
              </a:ext>
            </a:extLst>
          </p:cNvPr>
          <p:cNvSpPr>
            <a:spLocks xmlns:a="http://schemas.openxmlformats.org/drawingml/2006/main" noGrp="1"/>
          </p:cNvSpPr>
          <p:nvPr/>
        </p:nvSpPr>
        <p:spPr>
          <a:xfrm xmlns:a="http://schemas.openxmlformats.org/drawingml/2006/main">
            <a:off x="647700" y="514350"/>
            <a:ext cx="1085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4F1E8"/>
                </a:solidFill>
                <a:latin typeface="DejaVu Sans"/>
                <a:ea typeface="DejaVu Sans"/>
                <a:cs typeface="DejaVu Sans"/>
              </a:defRPr>
            </a:defPPr>
            <a:lvl1pPr>
              <a:defRPr sz="3450" b="1">
                <a:solidFill>
                  <a:srgbClr val="F4F1E8"/>
                </a:solidFill>
                <a:latin typeface="DejaVu Sans"/>
                <a:ea typeface="DejaVu Sans"/>
                <a:cs typeface="DejaVu Sans"/>
              </a:defRPr>
            </a:lvl1pPr>
            <a:lvl2pPr>
              <a:defRPr sz="3450" b="1">
                <a:solidFill>
                  <a:srgbClr val="F4F1E8"/>
                </a:solidFill>
                <a:latin typeface="DejaVu Sans"/>
                <a:ea typeface="DejaVu Sans"/>
                <a:cs typeface="DejaVu Sans"/>
              </a:defRPr>
            </a:lvl2pPr>
            <a:lvl3pPr>
              <a:defRPr sz="3450" b="1">
                <a:solidFill>
                  <a:srgbClr val="F4F1E8"/>
                </a:solidFill>
                <a:latin typeface="DejaVu Sans"/>
                <a:ea typeface="DejaVu Sans"/>
                <a:cs typeface="DejaVu Sans"/>
              </a:defRPr>
            </a:lvl3pPr>
            <a:lvl4pPr>
              <a:defRPr sz="3450" b="1">
                <a:solidFill>
                  <a:srgbClr val="F4F1E8"/>
                </a:solidFill>
                <a:latin typeface="DejaVu Sans"/>
                <a:ea typeface="DejaVu Sans"/>
                <a:cs typeface="DejaVu Sans"/>
              </a:defRPr>
            </a:lvl4pPr>
            <a:lvl5pPr>
              <a:defRPr sz="3450" b="1">
                <a:solidFill>
                  <a:srgbClr val="F4F1E8"/>
                </a:solidFill>
                <a:latin typeface="DejaVu Sans"/>
                <a:ea typeface="DejaVu Sans"/>
                <a:cs typeface="DejaVu Sans"/>
              </a:defRPr>
            </a:lvl5pPr>
            <a:lvl6pPr>
              <a:defRPr sz="3450" b="1">
                <a:solidFill>
                  <a:srgbClr val="F4F1E8"/>
                </a:solidFill>
                <a:latin typeface="DejaVu Sans"/>
                <a:ea typeface="DejaVu Sans"/>
                <a:cs typeface="DejaVu Sans"/>
              </a:defRPr>
            </a:lvl6pPr>
            <a:lvl7pPr>
              <a:defRPr sz="3450" b="1">
                <a:solidFill>
                  <a:srgbClr val="F4F1E8"/>
                </a:solidFill>
                <a:latin typeface="DejaVu Sans"/>
                <a:ea typeface="DejaVu Sans"/>
                <a:cs typeface="DejaVu Sans"/>
              </a:defRPr>
            </a:lvl7pPr>
            <a:lvl8pPr>
              <a:defRPr sz="3450" b="1">
                <a:solidFill>
                  <a:srgbClr val="F4F1E8"/>
                </a:solidFill>
                <a:latin typeface="DejaVu Sans"/>
                <a:ea typeface="DejaVu Sans"/>
                <a:cs typeface="DejaVu Sans"/>
              </a:defRPr>
            </a:lvl8pPr>
            <a:lvl9pPr>
              <a:defRPr sz="3450" b="1">
                <a:solidFill>
                  <a:srgbClr val="F4F1E8"/>
                </a:solidFill>
                <a:latin typeface="DejaVu Sans"/>
                <a:ea typeface="DejaVu Sans"/>
                <a:cs typeface="DejaVu Sans"/>
              </a:defRPr>
            </a:lvl9pPr>
          </a:lstStyle>
          <a:p xmlns:a="http://schemas.openxmlformats.org/drawingml/2006/main">
            <a:pPr>
              <a:defRPr sz="3450" b="1">
                <a:solidFill>
                  <a:srgbClr val="F4F1E8"/>
                </a:solidFill>
                <a:latin typeface="DejaVu Sans"/>
                <a:ea typeface="DejaVu Sans"/>
                <a:cs typeface="DejaVu Sans"/>
              </a:defRPr>
            </a:pPr>
            <a:r>
              <a:rPr sz="3450" b="1">
                <a:solidFill>
                  <a:srgbClr val="F4F1E8"/>
                </a:solidFill>
                <a:latin typeface="DejaVu Sans"/>
                <a:ea typeface="DejaVu Sans"/>
                <a:cs typeface="DejaVu Sans"/>
              </a:rPr>
              <a:t>CostProof</a:t>
            </a:r>
          </a:p>
        </p:txBody>
      </p:sp>
      <p:sp>
        <p:nvSpPr>
          <p:cNvPr id="2" name="page">
            <a:extLst xmlns:a="http://schemas.openxmlformats.org/drawingml/2006/main">
              <a:ext uri="{FF2B5EF4-FFF2-40B4-BE49-F238E27FC236}">
                <a16:creationId xmlns:a16="http://schemas.microsoft.com/office/drawing/2014/main" id="{B37BC7A7-A1B1-4F6B-AF59-0CABFF0775DE}"/>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7C9C1"/>
                </a:solidFill>
                <a:latin typeface="DejaVu Sans"/>
                <a:ea typeface="DejaVu Sans"/>
                <a:cs typeface="DejaVu Sans"/>
              </a:defRPr>
            </a:defPPr>
            <a:lvl1pPr>
              <a:defRPr sz="1350" b="0">
                <a:solidFill>
                  <a:srgbClr val="B7C9C1"/>
                </a:solidFill>
                <a:latin typeface="DejaVu Sans"/>
                <a:ea typeface="DejaVu Sans"/>
                <a:cs typeface="DejaVu Sans"/>
              </a:defRPr>
            </a:lvl1pPr>
            <a:lvl2pPr>
              <a:defRPr sz="1350" b="0">
                <a:solidFill>
                  <a:srgbClr val="B7C9C1"/>
                </a:solidFill>
                <a:latin typeface="DejaVu Sans"/>
                <a:ea typeface="DejaVu Sans"/>
                <a:cs typeface="DejaVu Sans"/>
              </a:defRPr>
            </a:lvl2pPr>
            <a:lvl3pPr>
              <a:defRPr sz="1350" b="0">
                <a:solidFill>
                  <a:srgbClr val="B7C9C1"/>
                </a:solidFill>
                <a:latin typeface="DejaVu Sans"/>
                <a:ea typeface="DejaVu Sans"/>
                <a:cs typeface="DejaVu Sans"/>
              </a:defRPr>
            </a:lvl3pPr>
            <a:lvl4pPr>
              <a:defRPr sz="1350" b="0">
                <a:solidFill>
                  <a:srgbClr val="B7C9C1"/>
                </a:solidFill>
                <a:latin typeface="DejaVu Sans"/>
                <a:ea typeface="DejaVu Sans"/>
                <a:cs typeface="DejaVu Sans"/>
              </a:defRPr>
            </a:lvl4pPr>
            <a:lvl5pPr>
              <a:defRPr sz="1350" b="0">
                <a:solidFill>
                  <a:srgbClr val="B7C9C1"/>
                </a:solidFill>
                <a:latin typeface="DejaVu Sans"/>
                <a:ea typeface="DejaVu Sans"/>
                <a:cs typeface="DejaVu Sans"/>
              </a:defRPr>
            </a:lvl5pPr>
            <a:lvl6pPr>
              <a:defRPr sz="1350" b="0">
                <a:solidFill>
                  <a:srgbClr val="B7C9C1"/>
                </a:solidFill>
                <a:latin typeface="DejaVu Sans"/>
                <a:ea typeface="DejaVu Sans"/>
                <a:cs typeface="DejaVu Sans"/>
              </a:defRPr>
            </a:lvl6pPr>
            <a:lvl7pPr>
              <a:defRPr sz="1350" b="0">
                <a:solidFill>
                  <a:srgbClr val="B7C9C1"/>
                </a:solidFill>
                <a:latin typeface="DejaVu Sans"/>
                <a:ea typeface="DejaVu Sans"/>
                <a:cs typeface="DejaVu Sans"/>
              </a:defRPr>
            </a:lvl7pPr>
            <a:lvl8pPr>
              <a:defRPr sz="1350" b="0">
                <a:solidFill>
                  <a:srgbClr val="B7C9C1"/>
                </a:solidFill>
                <a:latin typeface="DejaVu Sans"/>
                <a:ea typeface="DejaVu Sans"/>
                <a:cs typeface="DejaVu Sans"/>
              </a:defRPr>
            </a:lvl8pPr>
            <a:lvl9pPr>
              <a:defRPr sz="1350" b="0">
                <a:solidFill>
                  <a:srgbClr val="B7C9C1"/>
                </a:solidFill>
                <a:latin typeface="DejaVu Sans"/>
                <a:ea typeface="DejaVu Sans"/>
                <a:cs typeface="DejaVu Sans"/>
              </a:defRPr>
            </a:lvl9pPr>
          </a:lstStyle>
          <a:p xmlns:a="http://schemas.openxmlformats.org/drawingml/2006/main">
            <a:pPr>
              <a:defRPr sz="1350" b="0">
                <a:solidFill>
                  <a:srgbClr val="B7C9C1"/>
                </a:solidFill>
                <a:latin typeface="DejaVu Sans"/>
                <a:ea typeface="DejaVu Sans"/>
                <a:cs typeface="DejaVu Sans"/>
              </a:defRPr>
            </a:pPr>
            <a:r>
              <a:rPr sz="1350" b="0">
                <a:solidFill>
                  <a:srgbClr val="B7C9C1"/>
                </a:solidFill>
                <a:latin typeface="DejaVu Sans"/>
                <a:ea typeface="DejaVu Sans"/>
                <a:cs typeface="DejaVu Sans"/>
              </a:rPr>
              <a:t>01</a:t>
            </a:r>
          </a:p>
        </p:txBody>
      </p:sp>
      <p:sp>
        <p:nvSpPr>
          <p:cNvPr id="3" name="hero">
            <a:extLst xmlns:a="http://schemas.openxmlformats.org/drawingml/2006/main">
              <a:ext uri="{FF2B5EF4-FFF2-40B4-BE49-F238E27FC236}">
                <a16:creationId xmlns:a16="http://schemas.microsoft.com/office/drawing/2014/main" id="{1582D2B1-603E-432C-9B79-CFB4CD378361}"/>
              </a:ext>
            </a:extLst>
          </p:cNvPr>
          <p:cNvSpPr>
            <a:spLocks xmlns:a="http://schemas.openxmlformats.org/drawingml/2006/main" noGrp="1"/>
          </p:cNvSpPr>
          <p:nvPr/>
        </p:nvSpPr>
        <p:spPr>
          <a:xfrm xmlns:a="http://schemas.openxmlformats.org/drawingml/2006/main">
            <a:off x="647700" y="2000250"/>
            <a:ext cx="10572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D8F76C"/>
                </a:solidFill>
                <a:latin typeface="DejaVu Sans"/>
                <a:ea typeface="DejaVu Sans"/>
                <a:cs typeface="DejaVu Sans"/>
              </a:defRPr>
            </a:defPPr>
            <a:lvl1pPr>
              <a:defRPr sz="5700" b="1">
                <a:solidFill>
                  <a:srgbClr val="D8F76C"/>
                </a:solidFill>
                <a:latin typeface="DejaVu Sans"/>
                <a:ea typeface="DejaVu Sans"/>
                <a:cs typeface="DejaVu Sans"/>
              </a:defRPr>
            </a:lvl1pPr>
            <a:lvl2pPr>
              <a:defRPr sz="5700" b="1">
                <a:solidFill>
                  <a:srgbClr val="D8F76C"/>
                </a:solidFill>
                <a:latin typeface="DejaVu Sans"/>
                <a:ea typeface="DejaVu Sans"/>
                <a:cs typeface="DejaVu Sans"/>
              </a:defRPr>
            </a:lvl2pPr>
            <a:lvl3pPr>
              <a:defRPr sz="5700" b="1">
                <a:solidFill>
                  <a:srgbClr val="D8F76C"/>
                </a:solidFill>
                <a:latin typeface="DejaVu Sans"/>
                <a:ea typeface="DejaVu Sans"/>
                <a:cs typeface="DejaVu Sans"/>
              </a:defRPr>
            </a:lvl3pPr>
            <a:lvl4pPr>
              <a:defRPr sz="5700" b="1">
                <a:solidFill>
                  <a:srgbClr val="D8F76C"/>
                </a:solidFill>
                <a:latin typeface="DejaVu Sans"/>
                <a:ea typeface="DejaVu Sans"/>
                <a:cs typeface="DejaVu Sans"/>
              </a:defRPr>
            </a:lvl4pPr>
            <a:lvl5pPr>
              <a:defRPr sz="5700" b="1">
                <a:solidFill>
                  <a:srgbClr val="D8F76C"/>
                </a:solidFill>
                <a:latin typeface="DejaVu Sans"/>
                <a:ea typeface="DejaVu Sans"/>
                <a:cs typeface="DejaVu Sans"/>
              </a:defRPr>
            </a:lvl5pPr>
            <a:lvl6pPr>
              <a:defRPr sz="5700" b="1">
                <a:solidFill>
                  <a:srgbClr val="D8F76C"/>
                </a:solidFill>
                <a:latin typeface="DejaVu Sans"/>
                <a:ea typeface="DejaVu Sans"/>
                <a:cs typeface="DejaVu Sans"/>
              </a:defRPr>
            </a:lvl6pPr>
            <a:lvl7pPr>
              <a:defRPr sz="5700" b="1">
                <a:solidFill>
                  <a:srgbClr val="D8F76C"/>
                </a:solidFill>
                <a:latin typeface="DejaVu Sans"/>
                <a:ea typeface="DejaVu Sans"/>
                <a:cs typeface="DejaVu Sans"/>
              </a:defRPr>
            </a:lvl7pPr>
            <a:lvl8pPr>
              <a:defRPr sz="5700" b="1">
                <a:solidFill>
                  <a:srgbClr val="D8F76C"/>
                </a:solidFill>
                <a:latin typeface="DejaVu Sans"/>
                <a:ea typeface="DejaVu Sans"/>
                <a:cs typeface="DejaVu Sans"/>
              </a:defRPr>
            </a:lvl8pPr>
            <a:lvl9pPr>
              <a:defRPr sz="5700" b="1">
                <a:solidFill>
                  <a:srgbClr val="D8F76C"/>
                </a:solidFill>
                <a:latin typeface="DejaVu Sans"/>
                <a:ea typeface="DejaVu Sans"/>
                <a:cs typeface="DejaVu Sans"/>
              </a:defRPr>
            </a:lvl9pPr>
          </a:lstStyle>
          <a:p xmlns:a="http://schemas.openxmlformats.org/drawingml/2006/main">
            <a:pPr>
              <a:defRPr sz="5700" b="1">
                <a:solidFill>
                  <a:srgbClr val="D8F76C"/>
                </a:solidFill>
                <a:latin typeface="DejaVu Sans"/>
                <a:ea typeface="DejaVu Sans"/>
                <a:cs typeface="DejaVu Sans"/>
              </a:defRPr>
            </a:pPr>
            <a:r>
              <a:rPr sz="5700" b="1">
                <a:solidFill>
                  <a:srgbClr val="D8F76C"/>
                </a:solidFill>
                <a:latin typeface="DejaVu Sans"/>
                <a:ea typeface="DejaVu Sans"/>
                <a:cs typeface="DejaVu Sans"/>
              </a:rPr>
              <a:t>Why did labor miss</a:t>
            </a:r>
          </a:p>
          <a:p xmlns:a="http://schemas.openxmlformats.org/drawingml/2006/main">
            <a:pPr>
              <a:defRPr sz="5700" b="1">
                <a:solidFill>
                  <a:srgbClr val="D8F76C"/>
                </a:solidFill>
                <a:latin typeface="DejaVu Sans"/>
                <a:ea typeface="DejaVu Sans"/>
                <a:cs typeface="DejaVu Sans"/>
              </a:defRPr>
            </a:pPr>
            <a:r>
              <a:rPr sz="5700" b="1">
                <a:solidFill>
                  <a:srgbClr val="D8F76C"/>
                </a:solidFill>
                <a:latin typeface="DejaVu Sans"/>
                <a:ea typeface="DejaVu Sans"/>
                <a:cs typeface="DejaVu Sans"/>
              </a:rPr>
              <a:t>its allowance?</a:t>
            </a:r>
          </a:p>
        </p:txBody>
      </p:sp>
      <p:sp>
        <p:nvSpPr>
          <p:cNvPr id="4" name="promise">
            <a:extLst xmlns:a="http://schemas.openxmlformats.org/drawingml/2006/main">
              <a:ext uri="{FF2B5EF4-FFF2-40B4-BE49-F238E27FC236}">
                <a16:creationId xmlns:a16="http://schemas.microsoft.com/office/drawing/2014/main" id="{A33A3300-E8AD-429C-A67C-623F9B0E1459}"/>
              </a:ext>
            </a:extLst>
          </p:cNvPr>
          <p:cNvSpPr>
            <a:spLocks xmlns:a="http://schemas.openxmlformats.org/drawingml/2006/main" noGrp="1"/>
          </p:cNvSpPr>
          <p:nvPr/>
        </p:nvSpPr>
        <p:spPr>
          <a:xfrm xmlns:a="http://schemas.openxmlformats.org/drawingml/2006/main">
            <a:off x="685800" y="4333875"/>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F4F1E8"/>
                </a:solidFill>
                <a:latin typeface="DejaVu Sans"/>
                <a:ea typeface="DejaVu Sans"/>
                <a:cs typeface="DejaVu Sans"/>
              </a:defRPr>
            </a:defPPr>
            <a:lvl1pPr>
              <a:defRPr sz="2400" b="0">
                <a:solidFill>
                  <a:srgbClr val="F4F1E8"/>
                </a:solidFill>
                <a:latin typeface="DejaVu Sans"/>
                <a:ea typeface="DejaVu Sans"/>
                <a:cs typeface="DejaVu Sans"/>
              </a:defRPr>
            </a:lvl1pPr>
            <a:lvl2pPr>
              <a:defRPr sz="2400" b="0">
                <a:solidFill>
                  <a:srgbClr val="F4F1E8"/>
                </a:solidFill>
                <a:latin typeface="DejaVu Sans"/>
                <a:ea typeface="DejaVu Sans"/>
                <a:cs typeface="DejaVu Sans"/>
              </a:defRPr>
            </a:lvl2pPr>
            <a:lvl3pPr>
              <a:defRPr sz="2400" b="0">
                <a:solidFill>
                  <a:srgbClr val="F4F1E8"/>
                </a:solidFill>
                <a:latin typeface="DejaVu Sans"/>
                <a:ea typeface="DejaVu Sans"/>
                <a:cs typeface="DejaVu Sans"/>
              </a:defRPr>
            </a:lvl3pPr>
            <a:lvl4pPr>
              <a:defRPr sz="2400" b="0">
                <a:solidFill>
                  <a:srgbClr val="F4F1E8"/>
                </a:solidFill>
                <a:latin typeface="DejaVu Sans"/>
                <a:ea typeface="DejaVu Sans"/>
                <a:cs typeface="DejaVu Sans"/>
              </a:defRPr>
            </a:lvl4pPr>
            <a:lvl5pPr>
              <a:defRPr sz="2400" b="0">
                <a:solidFill>
                  <a:srgbClr val="F4F1E8"/>
                </a:solidFill>
                <a:latin typeface="DejaVu Sans"/>
                <a:ea typeface="DejaVu Sans"/>
                <a:cs typeface="DejaVu Sans"/>
              </a:defRPr>
            </a:lvl5pPr>
            <a:lvl6pPr>
              <a:defRPr sz="2400" b="0">
                <a:solidFill>
                  <a:srgbClr val="F4F1E8"/>
                </a:solidFill>
                <a:latin typeface="DejaVu Sans"/>
                <a:ea typeface="DejaVu Sans"/>
                <a:cs typeface="DejaVu Sans"/>
              </a:defRPr>
            </a:lvl6pPr>
            <a:lvl7pPr>
              <a:defRPr sz="2400" b="0">
                <a:solidFill>
                  <a:srgbClr val="F4F1E8"/>
                </a:solidFill>
                <a:latin typeface="DejaVu Sans"/>
                <a:ea typeface="DejaVu Sans"/>
                <a:cs typeface="DejaVu Sans"/>
              </a:defRPr>
            </a:lvl7pPr>
            <a:lvl8pPr>
              <a:defRPr sz="2400" b="0">
                <a:solidFill>
                  <a:srgbClr val="F4F1E8"/>
                </a:solidFill>
                <a:latin typeface="DejaVu Sans"/>
                <a:ea typeface="DejaVu Sans"/>
                <a:cs typeface="DejaVu Sans"/>
              </a:defRPr>
            </a:lvl8pPr>
            <a:lvl9pPr>
              <a:defRPr sz="2400" b="0">
                <a:solidFill>
                  <a:srgbClr val="F4F1E8"/>
                </a:solidFill>
                <a:latin typeface="DejaVu Sans"/>
                <a:ea typeface="DejaVu Sans"/>
                <a:cs typeface="DejaVu Sans"/>
              </a:defRPr>
            </a:lvl9pPr>
          </a:lstStyle>
          <a:p xmlns:a="http://schemas.openxmlformats.org/drawingml/2006/main">
            <a:pPr>
              <a:defRPr sz="2400" b="0">
                <a:solidFill>
                  <a:srgbClr val="F4F1E8"/>
                </a:solidFill>
                <a:latin typeface="DejaVu Sans"/>
                <a:ea typeface="DejaVu Sans"/>
                <a:cs typeface="DejaVu Sans"/>
              </a:defRPr>
            </a:pPr>
            <a:r>
              <a:rPr sz="2400" b="0">
                <a:solidFill>
                  <a:srgbClr val="F4F1E8"/>
                </a:solidFill>
                <a:latin typeface="DejaVu Sans"/>
                <a:ea typeface="DejaVu Sans"/>
                <a:cs typeface="DejaVu Sans"/>
              </a:rPr>
              <a:t>A restaurant investigation grounded in records</a:t>
            </a:r>
          </a:p>
          <a:p xmlns:a="http://schemas.openxmlformats.org/drawingml/2006/main">
            <a:pPr>
              <a:defRPr sz="2400" b="0">
                <a:solidFill>
                  <a:srgbClr val="F4F1E8"/>
                </a:solidFill>
                <a:latin typeface="DejaVu Sans"/>
                <a:ea typeface="DejaVu Sans"/>
                <a:cs typeface="DejaVu Sans"/>
              </a:defRPr>
            </a:pPr>
            <a:r>
              <a:rPr sz="2400" b="0">
                <a:solidFill>
                  <a:srgbClr val="F4F1E8"/>
                </a:solidFill>
                <a:latin typeface="DejaVu Sans"/>
                <a:ea typeface="DejaVu Sans"/>
                <a:cs typeface="DejaVu Sans"/>
              </a:rPr>
              <a:t>and a specific next check.</a:t>
            </a:r>
          </a:p>
        </p:txBody>
      </p:sp>
      <p:sp>
        <p:nvSpPr>
          <p:cNvPr id="5" name="byline">
            <a:extLst xmlns:a="http://schemas.openxmlformats.org/drawingml/2006/main">
              <a:ext uri="{FF2B5EF4-FFF2-40B4-BE49-F238E27FC236}">
                <a16:creationId xmlns:a16="http://schemas.microsoft.com/office/drawing/2014/main" id="{315D5BBF-4259-428A-9860-852C0241D53E}"/>
              </a:ext>
            </a:extLst>
          </p:cNvPr>
          <p:cNvSpPr>
            <a:spLocks xmlns:a="http://schemas.openxmlformats.org/drawingml/2006/main" noGrp="1"/>
          </p:cNvSpPr>
          <p:nvPr/>
        </p:nvSpPr>
        <p:spPr>
          <a:xfrm xmlns:a="http://schemas.openxmlformats.org/drawingml/2006/main">
            <a:off x="685800" y="5953125"/>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B7C9C1"/>
                </a:solidFill>
                <a:latin typeface="DejaVu Sans"/>
                <a:ea typeface="DejaVu Sans"/>
                <a:cs typeface="DejaVu Sans"/>
              </a:defRPr>
            </a:defPPr>
            <a:lvl1pPr>
              <a:defRPr sz="1725" b="0">
                <a:solidFill>
                  <a:srgbClr val="B7C9C1"/>
                </a:solidFill>
                <a:latin typeface="DejaVu Sans"/>
                <a:ea typeface="DejaVu Sans"/>
                <a:cs typeface="DejaVu Sans"/>
              </a:defRPr>
            </a:lvl1pPr>
            <a:lvl2pPr>
              <a:defRPr sz="1725" b="0">
                <a:solidFill>
                  <a:srgbClr val="B7C9C1"/>
                </a:solidFill>
                <a:latin typeface="DejaVu Sans"/>
                <a:ea typeface="DejaVu Sans"/>
                <a:cs typeface="DejaVu Sans"/>
              </a:defRPr>
            </a:lvl2pPr>
            <a:lvl3pPr>
              <a:defRPr sz="1725" b="0">
                <a:solidFill>
                  <a:srgbClr val="B7C9C1"/>
                </a:solidFill>
                <a:latin typeface="DejaVu Sans"/>
                <a:ea typeface="DejaVu Sans"/>
                <a:cs typeface="DejaVu Sans"/>
              </a:defRPr>
            </a:lvl3pPr>
            <a:lvl4pPr>
              <a:defRPr sz="1725" b="0">
                <a:solidFill>
                  <a:srgbClr val="B7C9C1"/>
                </a:solidFill>
                <a:latin typeface="DejaVu Sans"/>
                <a:ea typeface="DejaVu Sans"/>
                <a:cs typeface="DejaVu Sans"/>
              </a:defRPr>
            </a:lvl4pPr>
            <a:lvl5pPr>
              <a:defRPr sz="1725" b="0">
                <a:solidFill>
                  <a:srgbClr val="B7C9C1"/>
                </a:solidFill>
                <a:latin typeface="DejaVu Sans"/>
                <a:ea typeface="DejaVu Sans"/>
                <a:cs typeface="DejaVu Sans"/>
              </a:defRPr>
            </a:lvl5pPr>
            <a:lvl6pPr>
              <a:defRPr sz="1725" b="0">
                <a:solidFill>
                  <a:srgbClr val="B7C9C1"/>
                </a:solidFill>
                <a:latin typeface="DejaVu Sans"/>
                <a:ea typeface="DejaVu Sans"/>
                <a:cs typeface="DejaVu Sans"/>
              </a:defRPr>
            </a:lvl6pPr>
            <a:lvl7pPr>
              <a:defRPr sz="1725" b="0">
                <a:solidFill>
                  <a:srgbClr val="B7C9C1"/>
                </a:solidFill>
                <a:latin typeface="DejaVu Sans"/>
                <a:ea typeface="DejaVu Sans"/>
                <a:cs typeface="DejaVu Sans"/>
              </a:defRPr>
            </a:lvl7pPr>
            <a:lvl8pPr>
              <a:defRPr sz="1725" b="0">
                <a:solidFill>
                  <a:srgbClr val="B7C9C1"/>
                </a:solidFill>
                <a:latin typeface="DejaVu Sans"/>
                <a:ea typeface="DejaVu Sans"/>
                <a:cs typeface="DejaVu Sans"/>
              </a:defRPr>
            </a:lvl8pPr>
            <a:lvl9pPr>
              <a:defRPr sz="1725" b="0">
                <a:solidFill>
                  <a:srgbClr val="B7C9C1"/>
                </a:solidFill>
                <a:latin typeface="DejaVu Sans"/>
                <a:ea typeface="DejaVu Sans"/>
                <a:cs typeface="DejaVu Sans"/>
              </a:defRPr>
            </a:lvl9pPr>
          </a:lstStyle>
          <a:p xmlns:a="http://schemas.openxmlformats.org/drawingml/2006/main">
            <a:pPr>
              <a:defRPr sz="1725" b="0">
                <a:solidFill>
                  <a:srgbClr val="B7C9C1"/>
                </a:solidFill>
                <a:latin typeface="DejaVu Sans"/>
                <a:ea typeface="DejaVu Sans"/>
                <a:cs typeface="DejaVu Sans"/>
              </a:defRPr>
            </a:pPr>
            <a:r>
              <a:rPr sz="1725" b="0">
                <a:solidFill>
                  <a:srgbClr val="B7C9C1"/>
                </a:solidFill>
                <a:latin typeface="DejaVu Sans"/>
                <a:ea typeface="DejaVu Sans"/>
                <a:cs typeface="DejaVu Sans"/>
              </a:rPr>
              <a:t>Never86 Builders / Myke Mueller</a:t>
            </a:r>
          </a:p>
        </p:txBody>
      </p:sp>
    </p:spTree>
    <p:extLst>
      <p:ext uri="{BB962C8B-B14F-4D97-AF65-F5344CB8AC3E}">
        <p14:creationId xmlns:p14="http://schemas.microsoft.com/office/powerpoint/2010/main" val="1630326462"/>
      </p:ext>
    </p:extLst>
  </p:cSld>
</p:sld>
</file>

<file path=ppt/slides/slide2.xml><?xml version="1.0" encoding="utf-8"?>
<p:sld xmlns:p="http://schemas.openxmlformats.org/presentationml/2006/main">
  <p:cSld>
    <p:bg>
      <p:bgPr>
        <a:solidFill xmlns:a="http://schemas.openxmlformats.org/drawingml/2006/main">
          <a:srgbClr val="102C2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73BD5B2-66D3-4889-B27D-84D51358E615}"/>
              </a:ext>
            </a:extLst>
          </p:cNvPr>
          <p:cNvSpPr>
            <a:spLocks xmlns:a="http://schemas.openxmlformats.org/drawingml/2006/main" noGrp="1"/>
          </p:cNvSpPr>
          <p:nvPr/>
        </p:nvSpPr>
        <p:spPr>
          <a:xfrm xmlns:a="http://schemas.openxmlformats.org/drawingml/2006/main">
            <a:off x="647700" y="514350"/>
            <a:ext cx="1085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4F1E8"/>
                </a:solidFill>
                <a:latin typeface="DejaVu Sans"/>
                <a:ea typeface="DejaVu Sans"/>
                <a:cs typeface="DejaVu Sans"/>
              </a:defRPr>
            </a:defPPr>
            <a:lvl1pPr>
              <a:defRPr sz="3450" b="1">
                <a:solidFill>
                  <a:srgbClr val="F4F1E8"/>
                </a:solidFill>
                <a:latin typeface="DejaVu Sans"/>
                <a:ea typeface="DejaVu Sans"/>
                <a:cs typeface="DejaVu Sans"/>
              </a:defRPr>
            </a:lvl1pPr>
            <a:lvl2pPr>
              <a:defRPr sz="3450" b="1">
                <a:solidFill>
                  <a:srgbClr val="F4F1E8"/>
                </a:solidFill>
                <a:latin typeface="DejaVu Sans"/>
                <a:ea typeface="DejaVu Sans"/>
                <a:cs typeface="DejaVu Sans"/>
              </a:defRPr>
            </a:lvl2pPr>
            <a:lvl3pPr>
              <a:defRPr sz="3450" b="1">
                <a:solidFill>
                  <a:srgbClr val="F4F1E8"/>
                </a:solidFill>
                <a:latin typeface="DejaVu Sans"/>
                <a:ea typeface="DejaVu Sans"/>
                <a:cs typeface="DejaVu Sans"/>
              </a:defRPr>
            </a:lvl3pPr>
            <a:lvl4pPr>
              <a:defRPr sz="3450" b="1">
                <a:solidFill>
                  <a:srgbClr val="F4F1E8"/>
                </a:solidFill>
                <a:latin typeface="DejaVu Sans"/>
                <a:ea typeface="DejaVu Sans"/>
                <a:cs typeface="DejaVu Sans"/>
              </a:defRPr>
            </a:lvl4pPr>
            <a:lvl5pPr>
              <a:defRPr sz="3450" b="1">
                <a:solidFill>
                  <a:srgbClr val="F4F1E8"/>
                </a:solidFill>
                <a:latin typeface="DejaVu Sans"/>
                <a:ea typeface="DejaVu Sans"/>
                <a:cs typeface="DejaVu Sans"/>
              </a:defRPr>
            </a:lvl5pPr>
            <a:lvl6pPr>
              <a:defRPr sz="3450" b="1">
                <a:solidFill>
                  <a:srgbClr val="F4F1E8"/>
                </a:solidFill>
                <a:latin typeface="DejaVu Sans"/>
                <a:ea typeface="DejaVu Sans"/>
                <a:cs typeface="DejaVu Sans"/>
              </a:defRPr>
            </a:lvl6pPr>
            <a:lvl7pPr>
              <a:defRPr sz="3450" b="1">
                <a:solidFill>
                  <a:srgbClr val="F4F1E8"/>
                </a:solidFill>
                <a:latin typeface="DejaVu Sans"/>
                <a:ea typeface="DejaVu Sans"/>
                <a:cs typeface="DejaVu Sans"/>
              </a:defRPr>
            </a:lvl7pPr>
            <a:lvl8pPr>
              <a:defRPr sz="3450" b="1">
                <a:solidFill>
                  <a:srgbClr val="F4F1E8"/>
                </a:solidFill>
                <a:latin typeface="DejaVu Sans"/>
                <a:ea typeface="DejaVu Sans"/>
                <a:cs typeface="DejaVu Sans"/>
              </a:defRPr>
            </a:lvl8pPr>
            <a:lvl9pPr>
              <a:defRPr sz="3450" b="1">
                <a:solidFill>
                  <a:srgbClr val="F4F1E8"/>
                </a:solidFill>
                <a:latin typeface="DejaVu Sans"/>
                <a:ea typeface="DejaVu Sans"/>
                <a:cs typeface="DejaVu Sans"/>
              </a:defRPr>
            </a:lvl9pPr>
          </a:lstStyle>
          <a:p xmlns:a="http://schemas.openxmlformats.org/drawingml/2006/main">
            <a:pPr>
              <a:defRPr sz="3450" b="1">
                <a:solidFill>
                  <a:srgbClr val="F4F1E8"/>
                </a:solidFill>
                <a:latin typeface="DejaVu Sans"/>
                <a:ea typeface="DejaVu Sans"/>
                <a:cs typeface="DejaVu Sans"/>
              </a:defRPr>
            </a:pPr>
            <a:r>
              <a:rPr sz="3450" b="1">
                <a:solidFill>
                  <a:srgbClr val="F4F1E8"/>
                </a:solidFill>
                <a:latin typeface="DejaVu Sans"/>
                <a:ea typeface="DejaVu Sans"/>
                <a:cs typeface="DejaVu Sans"/>
              </a:rPr>
              <a:t>The percentage starts the investigation.</a:t>
            </a:r>
          </a:p>
        </p:txBody>
      </p:sp>
      <p:sp>
        <p:nvSpPr>
          <p:cNvPr id="2" name="page">
            <a:extLst xmlns:a="http://schemas.openxmlformats.org/drawingml/2006/main">
              <a:ext uri="{FF2B5EF4-FFF2-40B4-BE49-F238E27FC236}">
                <a16:creationId xmlns:a16="http://schemas.microsoft.com/office/drawing/2014/main" id="{E90D3BFA-4EDA-4EFA-9F34-CE007F18E70A}"/>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7C9C1"/>
                </a:solidFill>
                <a:latin typeface="DejaVu Sans"/>
                <a:ea typeface="DejaVu Sans"/>
                <a:cs typeface="DejaVu Sans"/>
              </a:defRPr>
            </a:defPPr>
            <a:lvl1pPr>
              <a:defRPr sz="1350" b="0">
                <a:solidFill>
                  <a:srgbClr val="B7C9C1"/>
                </a:solidFill>
                <a:latin typeface="DejaVu Sans"/>
                <a:ea typeface="DejaVu Sans"/>
                <a:cs typeface="DejaVu Sans"/>
              </a:defRPr>
            </a:lvl1pPr>
            <a:lvl2pPr>
              <a:defRPr sz="1350" b="0">
                <a:solidFill>
                  <a:srgbClr val="B7C9C1"/>
                </a:solidFill>
                <a:latin typeface="DejaVu Sans"/>
                <a:ea typeface="DejaVu Sans"/>
                <a:cs typeface="DejaVu Sans"/>
              </a:defRPr>
            </a:lvl2pPr>
            <a:lvl3pPr>
              <a:defRPr sz="1350" b="0">
                <a:solidFill>
                  <a:srgbClr val="B7C9C1"/>
                </a:solidFill>
                <a:latin typeface="DejaVu Sans"/>
                <a:ea typeface="DejaVu Sans"/>
                <a:cs typeface="DejaVu Sans"/>
              </a:defRPr>
            </a:lvl3pPr>
            <a:lvl4pPr>
              <a:defRPr sz="1350" b="0">
                <a:solidFill>
                  <a:srgbClr val="B7C9C1"/>
                </a:solidFill>
                <a:latin typeface="DejaVu Sans"/>
                <a:ea typeface="DejaVu Sans"/>
                <a:cs typeface="DejaVu Sans"/>
              </a:defRPr>
            </a:lvl4pPr>
            <a:lvl5pPr>
              <a:defRPr sz="1350" b="0">
                <a:solidFill>
                  <a:srgbClr val="B7C9C1"/>
                </a:solidFill>
                <a:latin typeface="DejaVu Sans"/>
                <a:ea typeface="DejaVu Sans"/>
                <a:cs typeface="DejaVu Sans"/>
              </a:defRPr>
            </a:lvl5pPr>
            <a:lvl6pPr>
              <a:defRPr sz="1350" b="0">
                <a:solidFill>
                  <a:srgbClr val="B7C9C1"/>
                </a:solidFill>
                <a:latin typeface="DejaVu Sans"/>
                <a:ea typeface="DejaVu Sans"/>
                <a:cs typeface="DejaVu Sans"/>
              </a:defRPr>
            </a:lvl6pPr>
            <a:lvl7pPr>
              <a:defRPr sz="1350" b="0">
                <a:solidFill>
                  <a:srgbClr val="B7C9C1"/>
                </a:solidFill>
                <a:latin typeface="DejaVu Sans"/>
                <a:ea typeface="DejaVu Sans"/>
                <a:cs typeface="DejaVu Sans"/>
              </a:defRPr>
            </a:lvl7pPr>
            <a:lvl8pPr>
              <a:defRPr sz="1350" b="0">
                <a:solidFill>
                  <a:srgbClr val="B7C9C1"/>
                </a:solidFill>
                <a:latin typeface="DejaVu Sans"/>
                <a:ea typeface="DejaVu Sans"/>
                <a:cs typeface="DejaVu Sans"/>
              </a:defRPr>
            </a:lvl8pPr>
            <a:lvl9pPr>
              <a:defRPr sz="1350" b="0">
                <a:solidFill>
                  <a:srgbClr val="B7C9C1"/>
                </a:solidFill>
                <a:latin typeface="DejaVu Sans"/>
                <a:ea typeface="DejaVu Sans"/>
                <a:cs typeface="DejaVu Sans"/>
              </a:defRPr>
            </a:lvl9pPr>
          </a:lstStyle>
          <a:p xmlns:a="http://schemas.openxmlformats.org/drawingml/2006/main">
            <a:pPr>
              <a:defRPr sz="1350" b="0">
                <a:solidFill>
                  <a:srgbClr val="B7C9C1"/>
                </a:solidFill>
                <a:latin typeface="DejaVu Sans"/>
                <a:ea typeface="DejaVu Sans"/>
                <a:cs typeface="DejaVu Sans"/>
              </a:defRPr>
            </a:pPr>
            <a:r>
              <a:rPr sz="1350" b="0">
                <a:solidFill>
                  <a:srgbClr val="B7C9C1"/>
                </a:solidFill>
                <a:latin typeface="DejaVu Sans"/>
                <a:ea typeface="DejaVu Sans"/>
                <a:cs typeface="DejaVu Sans"/>
              </a:rPr>
              <a:t>02</a:t>
            </a:r>
          </a:p>
        </p:txBody>
      </p:sp>
      <p:sp>
        <p:nvSpPr>
          <p:cNvPr id="3" name="number">
            <a:extLst xmlns:a="http://schemas.openxmlformats.org/drawingml/2006/main">
              <a:ext uri="{FF2B5EF4-FFF2-40B4-BE49-F238E27FC236}">
                <a16:creationId xmlns:a16="http://schemas.microsoft.com/office/drawing/2014/main" id="{71FC7E1B-1643-4ABE-BA18-32C33294C351}"/>
              </a:ext>
            </a:extLst>
          </p:cNvPr>
          <p:cNvSpPr>
            <a:spLocks xmlns:a="http://schemas.openxmlformats.org/drawingml/2006/main" noGrp="1"/>
          </p:cNvSpPr>
          <p:nvPr/>
        </p:nvSpPr>
        <p:spPr>
          <a:xfrm xmlns:a="http://schemas.openxmlformats.org/drawingml/2006/main">
            <a:off x="685800" y="2143125"/>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D8F76C"/>
                </a:solidFill>
                <a:latin typeface="DejaVu Sans"/>
                <a:ea typeface="DejaVu Sans"/>
                <a:cs typeface="DejaVu Sans"/>
              </a:defRPr>
            </a:defPPr>
            <a:lvl1pPr>
              <a:defRPr sz="5700" b="1">
                <a:solidFill>
                  <a:srgbClr val="D8F76C"/>
                </a:solidFill>
                <a:latin typeface="DejaVu Sans"/>
                <a:ea typeface="DejaVu Sans"/>
                <a:cs typeface="DejaVu Sans"/>
              </a:defRPr>
            </a:lvl1pPr>
            <a:lvl2pPr>
              <a:defRPr sz="5700" b="1">
                <a:solidFill>
                  <a:srgbClr val="D8F76C"/>
                </a:solidFill>
                <a:latin typeface="DejaVu Sans"/>
                <a:ea typeface="DejaVu Sans"/>
                <a:cs typeface="DejaVu Sans"/>
              </a:defRPr>
            </a:lvl2pPr>
            <a:lvl3pPr>
              <a:defRPr sz="5700" b="1">
                <a:solidFill>
                  <a:srgbClr val="D8F76C"/>
                </a:solidFill>
                <a:latin typeface="DejaVu Sans"/>
                <a:ea typeface="DejaVu Sans"/>
                <a:cs typeface="DejaVu Sans"/>
              </a:defRPr>
            </a:lvl3pPr>
            <a:lvl4pPr>
              <a:defRPr sz="5700" b="1">
                <a:solidFill>
                  <a:srgbClr val="D8F76C"/>
                </a:solidFill>
                <a:latin typeface="DejaVu Sans"/>
                <a:ea typeface="DejaVu Sans"/>
                <a:cs typeface="DejaVu Sans"/>
              </a:defRPr>
            </a:lvl4pPr>
            <a:lvl5pPr>
              <a:defRPr sz="5700" b="1">
                <a:solidFill>
                  <a:srgbClr val="D8F76C"/>
                </a:solidFill>
                <a:latin typeface="DejaVu Sans"/>
                <a:ea typeface="DejaVu Sans"/>
                <a:cs typeface="DejaVu Sans"/>
              </a:defRPr>
            </a:lvl5pPr>
            <a:lvl6pPr>
              <a:defRPr sz="5700" b="1">
                <a:solidFill>
                  <a:srgbClr val="D8F76C"/>
                </a:solidFill>
                <a:latin typeface="DejaVu Sans"/>
                <a:ea typeface="DejaVu Sans"/>
                <a:cs typeface="DejaVu Sans"/>
              </a:defRPr>
            </a:lvl6pPr>
            <a:lvl7pPr>
              <a:defRPr sz="5700" b="1">
                <a:solidFill>
                  <a:srgbClr val="D8F76C"/>
                </a:solidFill>
                <a:latin typeface="DejaVu Sans"/>
                <a:ea typeface="DejaVu Sans"/>
                <a:cs typeface="DejaVu Sans"/>
              </a:defRPr>
            </a:lvl7pPr>
            <a:lvl8pPr>
              <a:defRPr sz="5700" b="1">
                <a:solidFill>
                  <a:srgbClr val="D8F76C"/>
                </a:solidFill>
                <a:latin typeface="DejaVu Sans"/>
                <a:ea typeface="DejaVu Sans"/>
                <a:cs typeface="DejaVu Sans"/>
              </a:defRPr>
            </a:lvl8pPr>
            <a:lvl9pPr>
              <a:defRPr sz="5700" b="1">
                <a:solidFill>
                  <a:srgbClr val="D8F76C"/>
                </a:solidFill>
                <a:latin typeface="DejaVu Sans"/>
                <a:ea typeface="DejaVu Sans"/>
                <a:cs typeface="DejaVu Sans"/>
              </a:defRPr>
            </a:lvl9pPr>
          </a:lstStyle>
          <a:p xmlns:a="http://schemas.openxmlformats.org/drawingml/2006/main">
            <a:pPr>
              <a:defRPr sz="5700" b="1">
                <a:solidFill>
                  <a:srgbClr val="D8F76C"/>
                </a:solidFill>
                <a:latin typeface="DejaVu Sans"/>
                <a:ea typeface="DejaVu Sans"/>
                <a:cs typeface="DejaVu Sans"/>
              </a:defRPr>
            </a:pPr>
            <a:r>
              <a:rPr sz="5700" b="1">
                <a:solidFill>
                  <a:srgbClr val="D8F76C"/>
                </a:solidFill>
                <a:latin typeface="DejaVu Sans"/>
                <a:ea typeface="DejaVu Sans"/>
                <a:cs typeface="DejaVu Sans"/>
              </a:rPr>
              <a:t>33% labor</a:t>
            </a:r>
          </a:p>
        </p:txBody>
      </p:sp>
      <p:sp>
        <p:nvSpPr>
          <p:cNvPr id="4" name="problem">
            <a:extLst xmlns:a="http://schemas.openxmlformats.org/drawingml/2006/main">
              <a:ext uri="{FF2B5EF4-FFF2-40B4-BE49-F238E27FC236}">
                <a16:creationId xmlns:a16="http://schemas.microsoft.com/office/drawing/2014/main" id="{F279D526-99D2-41EC-8B8F-0F5EC28FFF6F}"/>
              </a:ext>
            </a:extLst>
          </p:cNvPr>
          <p:cNvSpPr>
            <a:spLocks xmlns:a="http://schemas.openxmlformats.org/drawingml/2006/main" noGrp="1"/>
          </p:cNvSpPr>
          <p:nvPr/>
        </p:nvSpPr>
        <p:spPr>
          <a:xfrm xmlns:a="http://schemas.openxmlformats.org/drawingml/2006/main">
            <a:off x="685800" y="3524250"/>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F4F1E8"/>
                </a:solidFill>
                <a:latin typeface="DejaVu Sans"/>
                <a:ea typeface="DejaVu Sans"/>
                <a:cs typeface="DejaVu Sans"/>
              </a:defRPr>
            </a:defPPr>
            <a:lvl1pPr>
              <a:defRPr sz="2700" b="0">
                <a:solidFill>
                  <a:srgbClr val="F4F1E8"/>
                </a:solidFill>
                <a:latin typeface="DejaVu Sans"/>
                <a:ea typeface="DejaVu Sans"/>
                <a:cs typeface="DejaVu Sans"/>
              </a:defRPr>
            </a:lvl1pPr>
            <a:lvl2pPr>
              <a:defRPr sz="2700" b="0">
                <a:solidFill>
                  <a:srgbClr val="F4F1E8"/>
                </a:solidFill>
                <a:latin typeface="DejaVu Sans"/>
                <a:ea typeface="DejaVu Sans"/>
                <a:cs typeface="DejaVu Sans"/>
              </a:defRPr>
            </a:lvl2pPr>
            <a:lvl3pPr>
              <a:defRPr sz="2700" b="0">
                <a:solidFill>
                  <a:srgbClr val="F4F1E8"/>
                </a:solidFill>
                <a:latin typeface="DejaVu Sans"/>
                <a:ea typeface="DejaVu Sans"/>
                <a:cs typeface="DejaVu Sans"/>
              </a:defRPr>
            </a:lvl3pPr>
            <a:lvl4pPr>
              <a:defRPr sz="2700" b="0">
                <a:solidFill>
                  <a:srgbClr val="F4F1E8"/>
                </a:solidFill>
                <a:latin typeface="DejaVu Sans"/>
                <a:ea typeface="DejaVu Sans"/>
                <a:cs typeface="DejaVu Sans"/>
              </a:defRPr>
            </a:lvl4pPr>
            <a:lvl5pPr>
              <a:defRPr sz="2700" b="0">
                <a:solidFill>
                  <a:srgbClr val="F4F1E8"/>
                </a:solidFill>
                <a:latin typeface="DejaVu Sans"/>
                <a:ea typeface="DejaVu Sans"/>
                <a:cs typeface="DejaVu Sans"/>
              </a:defRPr>
            </a:lvl5pPr>
            <a:lvl6pPr>
              <a:defRPr sz="2700" b="0">
                <a:solidFill>
                  <a:srgbClr val="F4F1E8"/>
                </a:solidFill>
                <a:latin typeface="DejaVu Sans"/>
                <a:ea typeface="DejaVu Sans"/>
                <a:cs typeface="DejaVu Sans"/>
              </a:defRPr>
            </a:lvl6pPr>
            <a:lvl7pPr>
              <a:defRPr sz="2700" b="0">
                <a:solidFill>
                  <a:srgbClr val="F4F1E8"/>
                </a:solidFill>
                <a:latin typeface="DejaVu Sans"/>
                <a:ea typeface="DejaVu Sans"/>
                <a:cs typeface="DejaVu Sans"/>
              </a:defRPr>
            </a:lvl7pPr>
            <a:lvl8pPr>
              <a:defRPr sz="2700" b="0">
                <a:solidFill>
                  <a:srgbClr val="F4F1E8"/>
                </a:solidFill>
                <a:latin typeface="DejaVu Sans"/>
                <a:ea typeface="DejaVu Sans"/>
                <a:cs typeface="DejaVu Sans"/>
              </a:defRPr>
            </a:lvl8pPr>
            <a:lvl9pPr>
              <a:defRPr sz="2700" b="0">
                <a:solidFill>
                  <a:srgbClr val="F4F1E8"/>
                </a:solidFill>
                <a:latin typeface="DejaVu Sans"/>
                <a:ea typeface="DejaVu Sans"/>
                <a:cs typeface="DejaVu Sans"/>
              </a:defRPr>
            </a:lvl9pPr>
          </a:lstStyle>
          <a:p xmlns:a="http://schemas.openxmlformats.org/drawingml/2006/main">
            <a:pPr>
              <a:defRPr sz="2700" b="0">
                <a:solidFill>
                  <a:srgbClr val="F4F1E8"/>
                </a:solidFill>
                <a:latin typeface="DejaVu Sans"/>
                <a:ea typeface="DejaVu Sans"/>
                <a:cs typeface="DejaVu Sans"/>
              </a:defRPr>
            </a:pPr>
            <a:r>
              <a:rPr sz="2700" b="0">
                <a:solidFill>
                  <a:srgbClr val="F4F1E8"/>
                </a:solidFill>
                <a:latin typeface="DejaVu Sans"/>
                <a:ea typeface="DejaVu Sans"/>
                <a:cs typeface="DejaVu Sans"/>
              </a:rPr>
              <a:t>Which record explains the gap,</a:t>
            </a:r>
          </a:p>
          <a:p xmlns:a="http://schemas.openxmlformats.org/drawingml/2006/main">
            <a:pPr>
              <a:defRPr sz="2700" b="0">
                <a:solidFill>
                  <a:srgbClr val="F4F1E8"/>
                </a:solidFill>
                <a:latin typeface="DejaVu Sans"/>
                <a:ea typeface="DejaVu Sans"/>
                <a:cs typeface="DejaVu Sans"/>
              </a:defRPr>
            </a:pPr>
            <a:r>
              <a:rPr sz="2700" b="0">
                <a:solidFill>
                  <a:srgbClr val="F4F1E8"/>
                </a:solidFill>
                <a:latin typeface="DejaVu Sans"/>
                <a:ea typeface="DejaVu Sans"/>
                <a:cs typeface="DejaVu Sans"/>
              </a:rPr>
              <a:t>and what should the manager check next?</a:t>
            </a:r>
          </a:p>
        </p:txBody>
      </p:sp>
      <p:sp>
        <p:nvSpPr>
          <p:cNvPr id="5" name="inputs">
            <a:extLst xmlns:a="http://schemas.openxmlformats.org/drawingml/2006/main">
              <a:ext uri="{FF2B5EF4-FFF2-40B4-BE49-F238E27FC236}">
                <a16:creationId xmlns:a16="http://schemas.microsoft.com/office/drawing/2014/main" id="{C842F427-2FAA-4968-BDB3-094DAB284D88}"/>
              </a:ext>
            </a:extLst>
          </p:cNvPr>
          <p:cNvSpPr>
            <a:spLocks xmlns:a="http://schemas.openxmlformats.org/drawingml/2006/main" noGrp="1"/>
          </p:cNvSpPr>
          <p:nvPr/>
        </p:nvSpPr>
        <p:spPr>
          <a:xfrm xmlns:a="http://schemas.openxmlformats.org/drawingml/2006/main">
            <a:off x="685800" y="5572125"/>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B7C9C1"/>
                </a:solidFill>
                <a:latin typeface="DejaVu Sans"/>
                <a:ea typeface="DejaVu Sans"/>
                <a:cs typeface="DejaVu Sans"/>
              </a:defRPr>
            </a:defPPr>
            <a:lvl1pPr>
              <a:defRPr sz="1950" b="0">
                <a:solidFill>
                  <a:srgbClr val="B7C9C1"/>
                </a:solidFill>
                <a:latin typeface="DejaVu Sans"/>
                <a:ea typeface="DejaVu Sans"/>
                <a:cs typeface="DejaVu Sans"/>
              </a:defRPr>
            </a:lvl1pPr>
            <a:lvl2pPr>
              <a:defRPr sz="1950" b="0">
                <a:solidFill>
                  <a:srgbClr val="B7C9C1"/>
                </a:solidFill>
                <a:latin typeface="DejaVu Sans"/>
                <a:ea typeface="DejaVu Sans"/>
                <a:cs typeface="DejaVu Sans"/>
              </a:defRPr>
            </a:lvl2pPr>
            <a:lvl3pPr>
              <a:defRPr sz="1950" b="0">
                <a:solidFill>
                  <a:srgbClr val="B7C9C1"/>
                </a:solidFill>
                <a:latin typeface="DejaVu Sans"/>
                <a:ea typeface="DejaVu Sans"/>
                <a:cs typeface="DejaVu Sans"/>
              </a:defRPr>
            </a:lvl3pPr>
            <a:lvl4pPr>
              <a:defRPr sz="1950" b="0">
                <a:solidFill>
                  <a:srgbClr val="B7C9C1"/>
                </a:solidFill>
                <a:latin typeface="DejaVu Sans"/>
                <a:ea typeface="DejaVu Sans"/>
                <a:cs typeface="DejaVu Sans"/>
              </a:defRPr>
            </a:lvl4pPr>
            <a:lvl5pPr>
              <a:defRPr sz="1950" b="0">
                <a:solidFill>
                  <a:srgbClr val="B7C9C1"/>
                </a:solidFill>
                <a:latin typeface="DejaVu Sans"/>
                <a:ea typeface="DejaVu Sans"/>
                <a:cs typeface="DejaVu Sans"/>
              </a:defRPr>
            </a:lvl5pPr>
            <a:lvl6pPr>
              <a:defRPr sz="1950" b="0">
                <a:solidFill>
                  <a:srgbClr val="B7C9C1"/>
                </a:solidFill>
                <a:latin typeface="DejaVu Sans"/>
                <a:ea typeface="DejaVu Sans"/>
                <a:cs typeface="DejaVu Sans"/>
              </a:defRPr>
            </a:lvl6pPr>
            <a:lvl7pPr>
              <a:defRPr sz="1950" b="0">
                <a:solidFill>
                  <a:srgbClr val="B7C9C1"/>
                </a:solidFill>
                <a:latin typeface="DejaVu Sans"/>
                <a:ea typeface="DejaVu Sans"/>
                <a:cs typeface="DejaVu Sans"/>
              </a:defRPr>
            </a:lvl7pPr>
            <a:lvl8pPr>
              <a:defRPr sz="1950" b="0">
                <a:solidFill>
                  <a:srgbClr val="B7C9C1"/>
                </a:solidFill>
                <a:latin typeface="DejaVu Sans"/>
                <a:ea typeface="DejaVu Sans"/>
                <a:cs typeface="DejaVu Sans"/>
              </a:defRPr>
            </a:lvl8pPr>
            <a:lvl9pPr>
              <a:defRPr sz="1950" b="0">
                <a:solidFill>
                  <a:srgbClr val="B7C9C1"/>
                </a:solidFill>
                <a:latin typeface="DejaVu Sans"/>
                <a:ea typeface="DejaVu Sans"/>
                <a:cs typeface="DejaVu Sans"/>
              </a:defRPr>
            </a:lvl9pPr>
          </a:lstStyle>
          <a:p xmlns:a="http://schemas.openxmlformats.org/drawingml/2006/main">
            <a:pPr>
              <a:defRPr sz="1950" b="0">
                <a:solidFill>
                  <a:srgbClr val="B7C9C1"/>
                </a:solidFill>
                <a:latin typeface="DejaVu Sans"/>
                <a:ea typeface="DejaVu Sans"/>
                <a:cs typeface="DejaVu Sans"/>
              </a:defRPr>
            </a:pPr>
            <a:r>
              <a:rPr sz="1950" b="0">
                <a:solidFill>
                  <a:srgbClr val="B7C9C1"/>
                </a:solidFill>
                <a:latin typeface="DejaVu Sans"/>
                <a:ea typeface="DejaVu Sans"/>
                <a:cs typeface="DejaVu Sans"/>
              </a:rPr>
              <a:t>Sales, wage dollars and target policy must describe the same shift.</a:t>
            </a:r>
          </a:p>
        </p:txBody>
      </p:sp>
    </p:spTree>
    <p:extLst>
      <p:ext uri="{BB962C8B-B14F-4D97-AF65-F5344CB8AC3E}">
        <p14:creationId xmlns:p14="http://schemas.microsoft.com/office/powerpoint/2010/main" val="872452822"/>
      </p:ext>
    </p:extLst>
  </p:cSld>
</p:sld>
</file>

<file path=ppt/slides/slide3.xml><?xml version="1.0" encoding="utf-8"?>
<p:sld xmlns:p="http://schemas.openxmlformats.org/presentationml/2006/main">
  <p:cSld>
    <p:bg>
      <p:bgPr>
        <a:solidFill xmlns:a="http://schemas.openxmlformats.org/drawingml/2006/main">
          <a:srgbClr val="102C27"/>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7AF11F-2A3F-420B-94EA-B51B5B2F2A63}"/>
              </a:ext>
            </a:extLst>
          </p:cNvPr>
          <p:cNvSpPr>
            <a:spLocks xmlns:a="http://schemas.openxmlformats.org/drawingml/2006/main" noGrp="1"/>
          </p:cNvSpPr>
          <p:nvPr/>
        </p:nvSpPr>
        <p:spPr>
          <a:xfrm xmlns:a="http://schemas.openxmlformats.org/drawingml/2006/main">
            <a:off x="647700" y="514350"/>
            <a:ext cx="1085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4F1E8"/>
                </a:solidFill>
                <a:latin typeface="DejaVu Sans"/>
                <a:ea typeface="DejaVu Sans"/>
                <a:cs typeface="DejaVu Sans"/>
              </a:defRPr>
            </a:defPPr>
            <a:lvl1pPr>
              <a:defRPr sz="3450" b="1">
                <a:solidFill>
                  <a:srgbClr val="F4F1E8"/>
                </a:solidFill>
                <a:latin typeface="DejaVu Sans"/>
                <a:ea typeface="DejaVu Sans"/>
                <a:cs typeface="DejaVu Sans"/>
              </a:defRPr>
            </a:lvl1pPr>
            <a:lvl2pPr>
              <a:defRPr sz="3450" b="1">
                <a:solidFill>
                  <a:srgbClr val="F4F1E8"/>
                </a:solidFill>
                <a:latin typeface="DejaVu Sans"/>
                <a:ea typeface="DejaVu Sans"/>
                <a:cs typeface="DejaVu Sans"/>
              </a:defRPr>
            </a:lvl2pPr>
            <a:lvl3pPr>
              <a:defRPr sz="3450" b="1">
                <a:solidFill>
                  <a:srgbClr val="F4F1E8"/>
                </a:solidFill>
                <a:latin typeface="DejaVu Sans"/>
                <a:ea typeface="DejaVu Sans"/>
                <a:cs typeface="DejaVu Sans"/>
              </a:defRPr>
            </a:lvl3pPr>
            <a:lvl4pPr>
              <a:defRPr sz="3450" b="1">
                <a:solidFill>
                  <a:srgbClr val="F4F1E8"/>
                </a:solidFill>
                <a:latin typeface="DejaVu Sans"/>
                <a:ea typeface="DejaVu Sans"/>
                <a:cs typeface="DejaVu Sans"/>
              </a:defRPr>
            </a:lvl4pPr>
            <a:lvl5pPr>
              <a:defRPr sz="3450" b="1">
                <a:solidFill>
                  <a:srgbClr val="F4F1E8"/>
                </a:solidFill>
                <a:latin typeface="DejaVu Sans"/>
                <a:ea typeface="DejaVu Sans"/>
                <a:cs typeface="DejaVu Sans"/>
              </a:defRPr>
            </a:lvl5pPr>
            <a:lvl6pPr>
              <a:defRPr sz="3450" b="1">
                <a:solidFill>
                  <a:srgbClr val="F4F1E8"/>
                </a:solidFill>
                <a:latin typeface="DejaVu Sans"/>
                <a:ea typeface="DejaVu Sans"/>
                <a:cs typeface="DejaVu Sans"/>
              </a:defRPr>
            </a:lvl6pPr>
            <a:lvl7pPr>
              <a:defRPr sz="3450" b="1">
                <a:solidFill>
                  <a:srgbClr val="F4F1E8"/>
                </a:solidFill>
                <a:latin typeface="DejaVu Sans"/>
                <a:ea typeface="DejaVu Sans"/>
                <a:cs typeface="DejaVu Sans"/>
              </a:defRPr>
            </a:lvl7pPr>
            <a:lvl8pPr>
              <a:defRPr sz="3450" b="1">
                <a:solidFill>
                  <a:srgbClr val="F4F1E8"/>
                </a:solidFill>
                <a:latin typeface="DejaVu Sans"/>
                <a:ea typeface="DejaVu Sans"/>
                <a:cs typeface="DejaVu Sans"/>
              </a:defRPr>
            </a:lvl8pPr>
            <a:lvl9pPr>
              <a:defRPr sz="3450" b="1">
                <a:solidFill>
                  <a:srgbClr val="F4F1E8"/>
                </a:solidFill>
                <a:latin typeface="DejaVu Sans"/>
                <a:ea typeface="DejaVu Sans"/>
                <a:cs typeface="DejaVu Sans"/>
              </a:defRPr>
            </a:lvl9pPr>
          </a:lstStyle>
          <a:p xmlns:a="http://schemas.openxmlformats.org/drawingml/2006/main">
            <a:pPr>
              <a:defRPr sz="3450" b="1">
                <a:solidFill>
                  <a:srgbClr val="F4F1E8"/>
                </a:solidFill>
                <a:latin typeface="DejaVu Sans"/>
                <a:ea typeface="DejaVu Sans"/>
                <a:cs typeface="DejaVu Sans"/>
              </a:defRPr>
            </a:pPr>
            <a:r>
              <a:rPr sz="3450" b="1">
                <a:solidFill>
                  <a:srgbClr val="F4F1E8"/>
                </a:solidFill>
                <a:latin typeface="DejaVu Sans"/>
                <a:ea typeface="DejaVu Sans"/>
                <a:cs typeface="DejaVu Sans"/>
              </a:rPr>
              <a:t>The $600 gap reconciles to source records.</a:t>
            </a:r>
          </a:p>
        </p:txBody>
      </p:sp>
      <p:sp>
        <p:nvSpPr>
          <p:cNvPr id="2" name="page">
            <a:extLst xmlns:a="http://schemas.openxmlformats.org/drawingml/2006/main">
              <a:ext uri="{FF2B5EF4-FFF2-40B4-BE49-F238E27FC236}">
                <a16:creationId xmlns:a16="http://schemas.microsoft.com/office/drawing/2014/main" id="{5D723A75-4AEE-4F60-9E5C-BDFD262C5AB6}"/>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7C9C1"/>
                </a:solidFill>
                <a:latin typeface="DejaVu Sans"/>
                <a:ea typeface="DejaVu Sans"/>
                <a:cs typeface="DejaVu Sans"/>
              </a:defRPr>
            </a:defPPr>
            <a:lvl1pPr>
              <a:defRPr sz="1350" b="0">
                <a:solidFill>
                  <a:srgbClr val="B7C9C1"/>
                </a:solidFill>
                <a:latin typeface="DejaVu Sans"/>
                <a:ea typeface="DejaVu Sans"/>
                <a:cs typeface="DejaVu Sans"/>
              </a:defRPr>
            </a:lvl1pPr>
            <a:lvl2pPr>
              <a:defRPr sz="1350" b="0">
                <a:solidFill>
                  <a:srgbClr val="B7C9C1"/>
                </a:solidFill>
                <a:latin typeface="DejaVu Sans"/>
                <a:ea typeface="DejaVu Sans"/>
                <a:cs typeface="DejaVu Sans"/>
              </a:defRPr>
            </a:lvl2pPr>
            <a:lvl3pPr>
              <a:defRPr sz="1350" b="0">
                <a:solidFill>
                  <a:srgbClr val="B7C9C1"/>
                </a:solidFill>
                <a:latin typeface="DejaVu Sans"/>
                <a:ea typeface="DejaVu Sans"/>
                <a:cs typeface="DejaVu Sans"/>
              </a:defRPr>
            </a:lvl3pPr>
            <a:lvl4pPr>
              <a:defRPr sz="1350" b="0">
                <a:solidFill>
                  <a:srgbClr val="B7C9C1"/>
                </a:solidFill>
                <a:latin typeface="DejaVu Sans"/>
                <a:ea typeface="DejaVu Sans"/>
                <a:cs typeface="DejaVu Sans"/>
              </a:defRPr>
            </a:lvl4pPr>
            <a:lvl5pPr>
              <a:defRPr sz="1350" b="0">
                <a:solidFill>
                  <a:srgbClr val="B7C9C1"/>
                </a:solidFill>
                <a:latin typeface="DejaVu Sans"/>
                <a:ea typeface="DejaVu Sans"/>
                <a:cs typeface="DejaVu Sans"/>
              </a:defRPr>
            </a:lvl5pPr>
            <a:lvl6pPr>
              <a:defRPr sz="1350" b="0">
                <a:solidFill>
                  <a:srgbClr val="B7C9C1"/>
                </a:solidFill>
                <a:latin typeface="DejaVu Sans"/>
                <a:ea typeface="DejaVu Sans"/>
                <a:cs typeface="DejaVu Sans"/>
              </a:defRPr>
            </a:lvl6pPr>
            <a:lvl7pPr>
              <a:defRPr sz="1350" b="0">
                <a:solidFill>
                  <a:srgbClr val="B7C9C1"/>
                </a:solidFill>
                <a:latin typeface="DejaVu Sans"/>
                <a:ea typeface="DejaVu Sans"/>
                <a:cs typeface="DejaVu Sans"/>
              </a:defRPr>
            </a:lvl7pPr>
            <a:lvl8pPr>
              <a:defRPr sz="1350" b="0">
                <a:solidFill>
                  <a:srgbClr val="B7C9C1"/>
                </a:solidFill>
                <a:latin typeface="DejaVu Sans"/>
                <a:ea typeface="DejaVu Sans"/>
                <a:cs typeface="DejaVu Sans"/>
              </a:defRPr>
            </a:lvl8pPr>
            <a:lvl9pPr>
              <a:defRPr sz="1350" b="0">
                <a:solidFill>
                  <a:srgbClr val="B7C9C1"/>
                </a:solidFill>
                <a:latin typeface="DejaVu Sans"/>
                <a:ea typeface="DejaVu Sans"/>
                <a:cs typeface="DejaVu Sans"/>
              </a:defRPr>
            </a:lvl9pPr>
          </a:lstStyle>
          <a:p xmlns:a="http://schemas.openxmlformats.org/drawingml/2006/main">
            <a:pPr>
              <a:defRPr sz="1350" b="0">
                <a:solidFill>
                  <a:srgbClr val="B7C9C1"/>
                </a:solidFill>
                <a:latin typeface="DejaVu Sans"/>
                <a:ea typeface="DejaVu Sans"/>
                <a:cs typeface="DejaVu Sans"/>
              </a:defRPr>
            </a:pPr>
            <a:r>
              <a:rPr sz="1350" b="0">
                <a:solidFill>
                  <a:srgbClr val="B7C9C1"/>
                </a:solidFill>
                <a:latin typeface="DejaVu Sans"/>
                <a:ea typeface="DejaVu Sans"/>
                <a:cs typeface="DejaVu Sans"/>
              </a:rPr>
              <a:t>03</a:t>
            </a:r>
          </a:p>
        </p:txBody>
      </p:sp>
      <p:graphicFrame>
        <p:nvGraphicFramePr>
          <p:cNvPr id="3" name="">
            <a:extLst xmlns:a="http://schemas.openxmlformats.org/drawingml/2006/main">
              <a:ext uri="{FF2B5EF4-FFF2-40B4-BE49-F238E27FC236}">
                <a16:creationId xmlns:a16="http://schemas.microsoft.com/office/drawing/2014/main" id="{50425891-0D6F-46C1-9CF6-FE5830E7BA12}"/>
              </a:ext>
            </a:extLst>
          </p:cNvPr>
          <p:cNvGraphicFramePr/>
          <p:nvPr/>
        </p:nvGraphicFramePr>
        <p:xfrm>
          <a:off xmlns:a="http://schemas.openxmlformats.org/drawingml/2006/main" x="685800" y="2095500"/>
          <a:ext xmlns:a="http://schemas.openxmlformats.org/drawingml/2006/main" cx="10820400" cy="2857500"/>
        </p:xfrm>
        <a:graphic xmlns:a="http://schemas.openxmlformats.org/drawingml/2006/main">
          <a:graphicData uri="http://schemas.openxmlformats.org/drawingml/2006/table">
            <a:tbl>
              <a:tblPr/>
              <a:tblGrid>
                <a:gridCol w="4762500"/>
                <a:gridCol w="3714750"/>
                <a:gridCol w="2343150"/>
              </a:tblGrid>
              <a:tr h="571500">
                <a:tc>
                  <a:txBody>
                    <a:bodyPr/>
                    <a:lstStyle/>
                    <a:p>
                      <a:r>
                        <a:rPr sz="1800" b="1">
                          <a:solidFill>
                            <a:srgbClr val="102C27"/>
                          </a:solidFill>
                          <a:latin typeface="DejaVu Sans"/>
                          <a:ea typeface="DejaVu Sans"/>
                          <a:cs typeface="DejaVu Sans"/>
                        </a:rPr>
                        <a:t>Component</a:t>
                      </a:r>
                    </a:p>
                  </a:txBody>
                  <a:tcPr marL="91440" marR="91440" marT="45720" marB="45720">
                    <a:solidFill>
                      <a:srgbClr val="D8F76C"/>
                    </a:solidFill>
                  </a:tcPr>
                </a:tc>
                <a:tc>
                  <a:txBody>
                    <a:bodyPr/>
                    <a:lstStyle/>
                    <a:p>
                      <a:r>
                        <a:rPr sz="1800" b="1">
                          <a:solidFill>
                            <a:srgbClr val="102C27"/>
                          </a:solidFill>
                          <a:latin typeface="DejaVu Sans"/>
                          <a:ea typeface="DejaVu Sans"/>
                          <a:cs typeface="DejaVu Sans"/>
                        </a:rPr>
                        <a:t>Source comparison</a:t>
                      </a:r>
                    </a:p>
                  </a:txBody>
                  <a:tcPr marL="91440" marR="91440" marT="45720" marB="45720">
                    <a:solidFill>
                      <a:srgbClr val="D8F76C"/>
                    </a:solidFill>
                  </a:tcPr>
                </a:tc>
                <a:tc>
                  <a:txBody>
                    <a:bodyPr/>
                    <a:lstStyle/>
                    <a:p>
                      <a:r>
                        <a:rPr sz="1800" b="1">
                          <a:solidFill>
                            <a:srgbClr val="102C27"/>
                          </a:solidFill>
                          <a:latin typeface="DejaVu Sans"/>
                          <a:ea typeface="DejaVu Sans"/>
                          <a:cs typeface="DejaVu Sans"/>
                        </a:rPr>
                        <a:t>Amount</a:t>
                      </a:r>
                    </a:p>
                  </a:txBody>
                  <a:tcPr marL="91440" marR="91440" marT="45720" marB="45720">
                    <a:solidFill>
                      <a:srgbClr val="D8F76C"/>
                    </a:solidFill>
                  </a:tcPr>
                </a:tc>
              </a:tr>
              <a:tr h="571500">
                <a:tc>
                  <a:txBody>
                    <a:bodyPr/>
                    <a:lstStyle/>
                    <a:p>
                      <a:r>
                        <a:rPr sz="1800" b="0">
                          <a:solidFill>
                            <a:srgbClr val="F4F1E8"/>
                          </a:solidFill>
                          <a:latin typeface="DejaVu Sans"/>
                          <a:ea typeface="DejaVu Sans"/>
                          <a:cs typeface="DejaVu Sans"/>
                        </a:rPr>
                        <a:t>Planned labor variance</a:t>
                      </a:r>
                    </a:p>
                  </a:txBody>
                  <a:tcPr marL="91440" marR="91440" marT="45720" marB="45720">
                    <a:solidFill>
                      <a:srgbClr val="173A32"/>
                    </a:solidFill>
                  </a:tcPr>
                </a:tc>
                <a:tc>
                  <a:txBody>
                    <a:bodyPr/>
                    <a:lstStyle/>
                    <a:p>
                      <a:r>
                        <a:rPr sz="1800" b="0">
                          <a:solidFill>
                            <a:srgbClr val="F4F1E8"/>
                          </a:solidFill>
                          <a:latin typeface="DejaVu Sans"/>
                          <a:ea typeface="DejaVu Sans"/>
                          <a:cs typeface="DejaVu Sans"/>
                        </a:rPr>
                        <a:t>Plan wages vs. plan target</a:t>
                      </a:r>
                    </a:p>
                  </a:txBody>
                  <a:tcPr marL="91440" marR="91440" marT="45720" marB="45720">
                    <a:solidFill>
                      <a:srgbClr val="173A32"/>
                    </a:solidFill>
                  </a:tcPr>
                </a:tc>
                <a:tc>
                  <a:txBody>
                    <a:bodyPr/>
                    <a:lstStyle/>
                    <a:p>
                      <a:r>
                        <a:rPr sz="1800" b="0">
                          <a:solidFill>
                            <a:srgbClr val="F4F1E8"/>
                          </a:solidFill>
                          <a:latin typeface="DejaVu Sans"/>
                          <a:ea typeface="DejaVu Sans"/>
                          <a:cs typeface="DejaVu Sans"/>
                        </a:rPr>
                        <a:t>$0</a:t>
                      </a:r>
                    </a:p>
                  </a:txBody>
                  <a:tcPr marL="91440" marR="91440" marT="45720" marB="45720">
                    <a:solidFill>
                      <a:srgbClr val="173A32"/>
                    </a:solidFill>
                  </a:tcPr>
                </a:tc>
              </a:tr>
              <a:tr h="571500">
                <a:tc>
                  <a:txBody>
                    <a:bodyPr/>
                    <a:lstStyle/>
                    <a:p>
                      <a:r>
                        <a:rPr sz="1800" b="0">
                          <a:solidFill>
                            <a:srgbClr val="F4F1E8"/>
                          </a:solidFill>
                          <a:latin typeface="DejaVu Sans"/>
                          <a:ea typeface="DejaVu Sans"/>
                          <a:cs typeface="DejaVu Sans"/>
                        </a:rPr>
                        <a:t>Sales plan effect</a:t>
                      </a:r>
                    </a:p>
                  </a:txBody>
                  <a:tcPr marL="91440" marR="91440" marT="45720" marB="45720">
                    <a:solidFill>
                      <a:srgbClr val="173A32"/>
                    </a:solidFill>
                  </a:tcPr>
                </a:tc>
                <a:tc>
                  <a:txBody>
                    <a:bodyPr/>
                    <a:lstStyle/>
                    <a:p>
                      <a:r>
                        <a:rPr sz="1800" b="0">
                          <a:solidFill>
                            <a:srgbClr val="F4F1E8"/>
                          </a:solidFill>
                          <a:latin typeface="DejaVu Sans"/>
                          <a:ea typeface="DejaVu Sans"/>
                          <a:cs typeface="DejaVu Sans"/>
                        </a:rPr>
                        <a:t>Plan target vs. actual target</a:t>
                      </a:r>
                    </a:p>
                  </a:txBody>
                  <a:tcPr marL="91440" marR="91440" marT="45720" marB="45720">
                    <a:solidFill>
                      <a:srgbClr val="173A32"/>
                    </a:solidFill>
                  </a:tcPr>
                </a:tc>
                <a:tc>
                  <a:txBody>
                    <a:bodyPr/>
                    <a:lstStyle/>
                    <a:p>
                      <a:r>
                        <a:rPr sz="1800" b="0">
                          <a:solidFill>
                            <a:srgbClr val="F4F1E8"/>
                          </a:solidFill>
                          <a:latin typeface="DejaVu Sans"/>
                          <a:ea typeface="DejaVu Sans"/>
                          <a:cs typeface="DejaVu Sans"/>
                        </a:rPr>
                        <a:t>$420</a:t>
                      </a:r>
                    </a:p>
                  </a:txBody>
                  <a:tcPr marL="91440" marR="91440" marT="45720" marB="45720">
                    <a:solidFill>
                      <a:srgbClr val="173A32"/>
                    </a:solidFill>
                  </a:tcPr>
                </a:tc>
              </a:tr>
              <a:tr h="571500">
                <a:tc>
                  <a:txBody>
                    <a:bodyPr/>
                    <a:lstStyle/>
                    <a:p>
                      <a:r>
                        <a:rPr sz="1800" b="0">
                          <a:solidFill>
                            <a:srgbClr val="F4F1E8"/>
                          </a:solidFill>
                          <a:latin typeface="DejaVu Sans"/>
                          <a:ea typeface="DejaVu Sans"/>
                          <a:cs typeface="DejaVu Sans"/>
                        </a:rPr>
                        <a:t>Labor dollar change</a:t>
                      </a:r>
                    </a:p>
                  </a:txBody>
                  <a:tcPr marL="91440" marR="91440" marT="45720" marB="45720">
                    <a:solidFill>
                      <a:srgbClr val="173A32"/>
                    </a:solidFill>
                  </a:tcPr>
                </a:tc>
                <a:tc>
                  <a:txBody>
                    <a:bodyPr/>
                    <a:lstStyle/>
                    <a:p>
                      <a:r>
                        <a:rPr sz="1800" b="0">
                          <a:solidFill>
                            <a:srgbClr val="F4F1E8"/>
                          </a:solidFill>
                          <a:latin typeface="DejaVu Sans"/>
                          <a:ea typeface="DejaVu Sans"/>
                          <a:cs typeface="DejaVu Sans"/>
                        </a:rPr>
                        <a:t>Actual wages vs. plan wages</a:t>
                      </a:r>
                    </a:p>
                  </a:txBody>
                  <a:tcPr marL="91440" marR="91440" marT="45720" marB="45720">
                    <a:solidFill>
                      <a:srgbClr val="173A32"/>
                    </a:solidFill>
                  </a:tcPr>
                </a:tc>
                <a:tc>
                  <a:txBody>
                    <a:bodyPr/>
                    <a:lstStyle/>
                    <a:p>
                      <a:r>
                        <a:rPr sz="1800" b="0">
                          <a:solidFill>
                            <a:srgbClr val="F4F1E8"/>
                          </a:solidFill>
                          <a:latin typeface="DejaVu Sans"/>
                          <a:ea typeface="DejaVu Sans"/>
                          <a:cs typeface="DejaVu Sans"/>
                        </a:rPr>
                        <a:t>$180</a:t>
                      </a:r>
                    </a:p>
                  </a:txBody>
                  <a:tcPr marL="91440" marR="91440" marT="45720" marB="45720">
                    <a:solidFill>
                      <a:srgbClr val="173A32"/>
                    </a:solidFill>
                  </a:tcPr>
                </a:tc>
              </a:tr>
              <a:tr h="571500">
                <a:tc>
                  <a:txBody>
                    <a:bodyPr/>
                    <a:lstStyle/>
                    <a:p>
                      <a:r>
                        <a:rPr sz="1800" b="1">
                          <a:solidFill>
                            <a:srgbClr val="F4F1E8"/>
                          </a:solidFill>
                          <a:latin typeface="DejaVu Sans"/>
                          <a:ea typeface="DejaVu Sans"/>
                          <a:cs typeface="DejaVu Sans"/>
                        </a:rPr>
                        <a:t>Reconciled gap</a:t>
                      </a:r>
                    </a:p>
                  </a:txBody>
                  <a:tcPr marL="91440" marR="91440" marT="45720" marB="45720">
                    <a:solidFill>
                      <a:srgbClr val="173A32"/>
                    </a:solidFill>
                  </a:tcPr>
                </a:tc>
                <a:tc>
                  <a:txBody>
                    <a:bodyPr/>
                    <a:lstStyle/>
                    <a:p>
                      <a:r>
                        <a:rPr sz="1800" b="1">
                          <a:solidFill>
                            <a:srgbClr val="F4F1E8"/>
                          </a:solidFill>
                          <a:latin typeface="DejaVu Sans"/>
                          <a:ea typeface="DejaVu Sans"/>
                          <a:cs typeface="DejaVu Sans"/>
                        </a:rPr>
                        <a:t>Sum of components</a:t>
                      </a:r>
                    </a:p>
                  </a:txBody>
                  <a:tcPr marL="91440" marR="91440" marT="45720" marB="45720">
                    <a:solidFill>
                      <a:srgbClr val="173A32"/>
                    </a:solidFill>
                  </a:tcPr>
                </a:tc>
                <a:tc>
                  <a:txBody>
                    <a:bodyPr/>
                    <a:lstStyle/>
                    <a:p>
                      <a:r>
                        <a:rPr sz="1800" b="1">
                          <a:solidFill>
                            <a:srgbClr val="F4F1E8"/>
                          </a:solidFill>
                          <a:latin typeface="DejaVu Sans"/>
                          <a:ea typeface="DejaVu Sans"/>
                          <a:cs typeface="DejaVu Sans"/>
                        </a:rPr>
                        <a:t>$600</a:t>
                      </a:r>
                    </a:p>
                  </a:txBody>
                  <a:tcPr marL="91440" marR="91440" marT="45720" marB="45720">
                    <a:solidFill>
                      <a:srgbClr val="173A32"/>
                    </a:solidFill>
                  </a:tcPr>
                </a:tc>
              </a:tr>
            </a:tbl>
          </a:graphicData>
        </a:graphic>
      </p:graphicFrame>
      <p:sp>
        <p:nvSpPr>
          <p:cNvPr id="4" name="boundary">
            <a:extLst xmlns:a="http://schemas.openxmlformats.org/drawingml/2006/main">
              <a:ext uri="{FF2B5EF4-FFF2-40B4-BE49-F238E27FC236}">
                <a16:creationId xmlns:a16="http://schemas.microsoft.com/office/drawing/2014/main" id="{4F0B1B3C-F617-451B-B9E7-B26514DD072E}"/>
              </a:ext>
            </a:extLst>
          </p:cNvPr>
          <p:cNvSpPr>
            <a:spLocks xmlns:a="http://schemas.openxmlformats.org/drawingml/2006/main" noGrp="1"/>
          </p:cNvSpPr>
          <p:nvPr/>
        </p:nvSpPr>
        <p:spPr>
          <a:xfrm xmlns:a="http://schemas.openxmlformats.org/drawingml/2006/main">
            <a:off x="685800" y="547687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B7C9C1"/>
                </a:solidFill>
                <a:latin typeface="DejaVu Sans"/>
                <a:ea typeface="DejaVu Sans"/>
                <a:cs typeface="DejaVu Sans"/>
              </a:defRPr>
            </a:defPPr>
            <a:lvl1pPr>
              <a:defRPr sz="1950" b="0">
                <a:solidFill>
                  <a:srgbClr val="B7C9C1"/>
                </a:solidFill>
                <a:latin typeface="DejaVu Sans"/>
                <a:ea typeface="DejaVu Sans"/>
                <a:cs typeface="DejaVu Sans"/>
              </a:defRPr>
            </a:lvl1pPr>
            <a:lvl2pPr>
              <a:defRPr sz="1950" b="0">
                <a:solidFill>
                  <a:srgbClr val="B7C9C1"/>
                </a:solidFill>
                <a:latin typeface="DejaVu Sans"/>
                <a:ea typeface="DejaVu Sans"/>
                <a:cs typeface="DejaVu Sans"/>
              </a:defRPr>
            </a:lvl2pPr>
            <a:lvl3pPr>
              <a:defRPr sz="1950" b="0">
                <a:solidFill>
                  <a:srgbClr val="B7C9C1"/>
                </a:solidFill>
                <a:latin typeface="DejaVu Sans"/>
                <a:ea typeface="DejaVu Sans"/>
                <a:cs typeface="DejaVu Sans"/>
              </a:defRPr>
            </a:lvl3pPr>
            <a:lvl4pPr>
              <a:defRPr sz="1950" b="0">
                <a:solidFill>
                  <a:srgbClr val="B7C9C1"/>
                </a:solidFill>
                <a:latin typeface="DejaVu Sans"/>
                <a:ea typeface="DejaVu Sans"/>
                <a:cs typeface="DejaVu Sans"/>
              </a:defRPr>
            </a:lvl4pPr>
            <a:lvl5pPr>
              <a:defRPr sz="1950" b="0">
                <a:solidFill>
                  <a:srgbClr val="B7C9C1"/>
                </a:solidFill>
                <a:latin typeface="DejaVu Sans"/>
                <a:ea typeface="DejaVu Sans"/>
                <a:cs typeface="DejaVu Sans"/>
              </a:defRPr>
            </a:lvl5pPr>
            <a:lvl6pPr>
              <a:defRPr sz="1950" b="0">
                <a:solidFill>
                  <a:srgbClr val="B7C9C1"/>
                </a:solidFill>
                <a:latin typeface="DejaVu Sans"/>
                <a:ea typeface="DejaVu Sans"/>
                <a:cs typeface="DejaVu Sans"/>
              </a:defRPr>
            </a:lvl6pPr>
            <a:lvl7pPr>
              <a:defRPr sz="1950" b="0">
                <a:solidFill>
                  <a:srgbClr val="B7C9C1"/>
                </a:solidFill>
                <a:latin typeface="DejaVu Sans"/>
                <a:ea typeface="DejaVu Sans"/>
                <a:cs typeface="DejaVu Sans"/>
              </a:defRPr>
            </a:lvl7pPr>
            <a:lvl8pPr>
              <a:defRPr sz="1950" b="0">
                <a:solidFill>
                  <a:srgbClr val="B7C9C1"/>
                </a:solidFill>
                <a:latin typeface="DejaVu Sans"/>
                <a:ea typeface="DejaVu Sans"/>
                <a:cs typeface="DejaVu Sans"/>
              </a:defRPr>
            </a:lvl8pPr>
            <a:lvl9pPr>
              <a:defRPr sz="1950" b="0">
                <a:solidFill>
                  <a:srgbClr val="B7C9C1"/>
                </a:solidFill>
                <a:latin typeface="DejaVu Sans"/>
                <a:ea typeface="DejaVu Sans"/>
                <a:cs typeface="DejaVu Sans"/>
              </a:defRPr>
            </a:lvl9pPr>
          </a:lstStyle>
          <a:p xmlns:a="http://schemas.openxmlformats.org/drawingml/2006/main">
            <a:pPr>
              <a:defRPr sz="1950" b="0">
                <a:solidFill>
                  <a:srgbClr val="B7C9C1"/>
                </a:solidFill>
                <a:latin typeface="DejaVu Sans"/>
                <a:ea typeface="DejaVu Sans"/>
                <a:cs typeface="DejaVu Sans"/>
              </a:defRPr>
            </a:pPr>
            <a:r>
              <a:rPr sz="1950" b="0">
                <a:solidFill>
                  <a:srgbClr val="B7C9C1"/>
                </a:solidFill>
                <a:latin typeface="DejaVu Sans"/>
                <a:ea typeface="DejaVu Sans"/>
                <a:cs typeface="DejaVu Sans"/>
              </a:rPr>
              <a:t>The accounting bridge leaves the operating cause open for review.</a:t>
            </a:r>
          </a:p>
        </p:txBody>
      </p:sp>
    </p:spTree>
    <p:extLst>
      <p:ext uri="{BB962C8B-B14F-4D97-AF65-F5344CB8AC3E}">
        <p14:creationId xmlns:p14="http://schemas.microsoft.com/office/powerpoint/2010/main" val="644440806"/>
      </p:ext>
    </p:extLst>
  </p:cSld>
</p:sld>
</file>

<file path=ppt/slides/slide4.xml><?xml version="1.0" encoding="utf-8"?>
<p:sld xmlns:p="http://schemas.openxmlformats.org/presentationml/2006/main">
  <p:cSld>
    <p:bg>
      <p:bgPr>
        <a:solidFill xmlns:a="http://schemas.openxmlformats.org/drawingml/2006/main">
          <a:srgbClr val="102C2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D85F667-06BE-4CEC-8584-8DD26477204A}"/>
              </a:ext>
            </a:extLst>
          </p:cNvPr>
          <p:cNvSpPr>
            <a:spLocks xmlns:a="http://schemas.openxmlformats.org/drawingml/2006/main" noGrp="1"/>
          </p:cNvSpPr>
          <p:nvPr/>
        </p:nvSpPr>
        <p:spPr>
          <a:xfrm xmlns:a="http://schemas.openxmlformats.org/drawingml/2006/main">
            <a:off x="647700" y="514350"/>
            <a:ext cx="1085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4F1E8"/>
                </a:solidFill>
                <a:latin typeface="DejaVu Sans"/>
                <a:ea typeface="DejaVu Sans"/>
                <a:cs typeface="DejaVu Sans"/>
              </a:defRPr>
            </a:defPPr>
            <a:lvl1pPr>
              <a:defRPr sz="3450" b="1">
                <a:solidFill>
                  <a:srgbClr val="F4F1E8"/>
                </a:solidFill>
                <a:latin typeface="DejaVu Sans"/>
                <a:ea typeface="DejaVu Sans"/>
                <a:cs typeface="DejaVu Sans"/>
              </a:defRPr>
            </a:lvl1pPr>
            <a:lvl2pPr>
              <a:defRPr sz="3450" b="1">
                <a:solidFill>
                  <a:srgbClr val="F4F1E8"/>
                </a:solidFill>
                <a:latin typeface="DejaVu Sans"/>
                <a:ea typeface="DejaVu Sans"/>
                <a:cs typeface="DejaVu Sans"/>
              </a:defRPr>
            </a:lvl2pPr>
            <a:lvl3pPr>
              <a:defRPr sz="3450" b="1">
                <a:solidFill>
                  <a:srgbClr val="F4F1E8"/>
                </a:solidFill>
                <a:latin typeface="DejaVu Sans"/>
                <a:ea typeface="DejaVu Sans"/>
                <a:cs typeface="DejaVu Sans"/>
              </a:defRPr>
            </a:lvl3pPr>
            <a:lvl4pPr>
              <a:defRPr sz="3450" b="1">
                <a:solidFill>
                  <a:srgbClr val="F4F1E8"/>
                </a:solidFill>
                <a:latin typeface="DejaVu Sans"/>
                <a:ea typeface="DejaVu Sans"/>
                <a:cs typeface="DejaVu Sans"/>
              </a:defRPr>
            </a:lvl4pPr>
            <a:lvl5pPr>
              <a:defRPr sz="3450" b="1">
                <a:solidFill>
                  <a:srgbClr val="F4F1E8"/>
                </a:solidFill>
                <a:latin typeface="DejaVu Sans"/>
                <a:ea typeface="DejaVu Sans"/>
                <a:cs typeface="DejaVu Sans"/>
              </a:defRPr>
            </a:lvl5pPr>
            <a:lvl6pPr>
              <a:defRPr sz="3450" b="1">
                <a:solidFill>
                  <a:srgbClr val="F4F1E8"/>
                </a:solidFill>
                <a:latin typeface="DejaVu Sans"/>
                <a:ea typeface="DejaVu Sans"/>
                <a:cs typeface="DejaVu Sans"/>
              </a:defRPr>
            </a:lvl6pPr>
            <a:lvl7pPr>
              <a:defRPr sz="3450" b="1">
                <a:solidFill>
                  <a:srgbClr val="F4F1E8"/>
                </a:solidFill>
                <a:latin typeface="DejaVu Sans"/>
                <a:ea typeface="DejaVu Sans"/>
                <a:cs typeface="DejaVu Sans"/>
              </a:defRPr>
            </a:lvl7pPr>
            <a:lvl8pPr>
              <a:defRPr sz="3450" b="1">
                <a:solidFill>
                  <a:srgbClr val="F4F1E8"/>
                </a:solidFill>
                <a:latin typeface="DejaVu Sans"/>
                <a:ea typeface="DejaVu Sans"/>
                <a:cs typeface="DejaVu Sans"/>
              </a:defRPr>
            </a:lvl8pPr>
            <a:lvl9pPr>
              <a:defRPr sz="3450" b="1">
                <a:solidFill>
                  <a:srgbClr val="F4F1E8"/>
                </a:solidFill>
                <a:latin typeface="DejaVu Sans"/>
                <a:ea typeface="DejaVu Sans"/>
                <a:cs typeface="DejaVu Sans"/>
              </a:defRPr>
            </a:lvl9pPr>
          </a:lstStyle>
          <a:p xmlns:a="http://schemas.openxmlformats.org/drawingml/2006/main">
            <a:pPr>
              <a:defRPr sz="3450" b="1">
                <a:solidFill>
                  <a:srgbClr val="F4F1E8"/>
                </a:solidFill>
                <a:latin typeface="DejaVu Sans"/>
                <a:ea typeface="DejaVu Sans"/>
                <a:cs typeface="DejaVu Sans"/>
              </a:defRPr>
            </a:pPr>
            <a:r>
              <a:rPr sz="3450" b="1">
                <a:solidFill>
                  <a:srgbClr val="F4F1E8"/>
                </a:solidFill>
                <a:latin typeface="DejaVu Sans"/>
                <a:ea typeface="DejaVu Sans"/>
                <a:cs typeface="DejaVu Sans"/>
              </a:rPr>
              <a:t>Manager context changes the next check.</a:t>
            </a:r>
          </a:p>
        </p:txBody>
      </p:sp>
      <p:sp>
        <p:nvSpPr>
          <p:cNvPr id="2" name="page">
            <a:extLst xmlns:a="http://schemas.openxmlformats.org/drawingml/2006/main">
              <a:ext uri="{FF2B5EF4-FFF2-40B4-BE49-F238E27FC236}">
                <a16:creationId xmlns:a16="http://schemas.microsoft.com/office/drawing/2014/main" id="{C727A005-4F0F-4389-9B87-B41BE85290D3}"/>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7C9C1"/>
                </a:solidFill>
                <a:latin typeface="DejaVu Sans"/>
                <a:ea typeface="DejaVu Sans"/>
                <a:cs typeface="DejaVu Sans"/>
              </a:defRPr>
            </a:defPPr>
            <a:lvl1pPr>
              <a:defRPr sz="1350" b="0">
                <a:solidFill>
                  <a:srgbClr val="B7C9C1"/>
                </a:solidFill>
                <a:latin typeface="DejaVu Sans"/>
                <a:ea typeface="DejaVu Sans"/>
                <a:cs typeface="DejaVu Sans"/>
              </a:defRPr>
            </a:lvl1pPr>
            <a:lvl2pPr>
              <a:defRPr sz="1350" b="0">
                <a:solidFill>
                  <a:srgbClr val="B7C9C1"/>
                </a:solidFill>
                <a:latin typeface="DejaVu Sans"/>
                <a:ea typeface="DejaVu Sans"/>
                <a:cs typeface="DejaVu Sans"/>
              </a:defRPr>
            </a:lvl2pPr>
            <a:lvl3pPr>
              <a:defRPr sz="1350" b="0">
                <a:solidFill>
                  <a:srgbClr val="B7C9C1"/>
                </a:solidFill>
                <a:latin typeface="DejaVu Sans"/>
                <a:ea typeface="DejaVu Sans"/>
                <a:cs typeface="DejaVu Sans"/>
              </a:defRPr>
            </a:lvl3pPr>
            <a:lvl4pPr>
              <a:defRPr sz="1350" b="0">
                <a:solidFill>
                  <a:srgbClr val="B7C9C1"/>
                </a:solidFill>
                <a:latin typeface="DejaVu Sans"/>
                <a:ea typeface="DejaVu Sans"/>
                <a:cs typeface="DejaVu Sans"/>
              </a:defRPr>
            </a:lvl4pPr>
            <a:lvl5pPr>
              <a:defRPr sz="1350" b="0">
                <a:solidFill>
                  <a:srgbClr val="B7C9C1"/>
                </a:solidFill>
                <a:latin typeface="DejaVu Sans"/>
                <a:ea typeface="DejaVu Sans"/>
                <a:cs typeface="DejaVu Sans"/>
              </a:defRPr>
            </a:lvl5pPr>
            <a:lvl6pPr>
              <a:defRPr sz="1350" b="0">
                <a:solidFill>
                  <a:srgbClr val="B7C9C1"/>
                </a:solidFill>
                <a:latin typeface="DejaVu Sans"/>
                <a:ea typeface="DejaVu Sans"/>
                <a:cs typeface="DejaVu Sans"/>
              </a:defRPr>
            </a:lvl6pPr>
            <a:lvl7pPr>
              <a:defRPr sz="1350" b="0">
                <a:solidFill>
                  <a:srgbClr val="B7C9C1"/>
                </a:solidFill>
                <a:latin typeface="DejaVu Sans"/>
                <a:ea typeface="DejaVu Sans"/>
                <a:cs typeface="DejaVu Sans"/>
              </a:defRPr>
            </a:lvl7pPr>
            <a:lvl8pPr>
              <a:defRPr sz="1350" b="0">
                <a:solidFill>
                  <a:srgbClr val="B7C9C1"/>
                </a:solidFill>
                <a:latin typeface="DejaVu Sans"/>
                <a:ea typeface="DejaVu Sans"/>
                <a:cs typeface="DejaVu Sans"/>
              </a:defRPr>
            </a:lvl8pPr>
            <a:lvl9pPr>
              <a:defRPr sz="1350" b="0">
                <a:solidFill>
                  <a:srgbClr val="B7C9C1"/>
                </a:solidFill>
                <a:latin typeface="DejaVu Sans"/>
                <a:ea typeface="DejaVu Sans"/>
                <a:cs typeface="DejaVu Sans"/>
              </a:defRPr>
            </a:lvl9pPr>
          </a:lstStyle>
          <a:p xmlns:a="http://schemas.openxmlformats.org/drawingml/2006/main">
            <a:pPr>
              <a:defRPr sz="1350" b="0">
                <a:solidFill>
                  <a:srgbClr val="B7C9C1"/>
                </a:solidFill>
                <a:latin typeface="DejaVu Sans"/>
                <a:ea typeface="DejaVu Sans"/>
                <a:cs typeface="DejaVu Sans"/>
              </a:defRPr>
            </a:pPr>
            <a:r>
              <a:rPr sz="1350" b="0">
                <a:solidFill>
                  <a:srgbClr val="B7C9C1"/>
                </a:solidFill>
                <a:latin typeface="DejaVu Sans"/>
                <a:ea typeface="DejaVu Sans"/>
                <a:cs typeface="DejaVu Sans"/>
              </a:rPr>
              <a:t>04</a:t>
            </a:r>
          </a:p>
        </p:txBody>
      </p:sp>
      <p:sp>
        <p:nvSpPr>
          <p:cNvPr id="3" name="report">
            <a:extLst xmlns:a="http://schemas.openxmlformats.org/drawingml/2006/main">
              <a:ext uri="{FF2B5EF4-FFF2-40B4-BE49-F238E27FC236}">
                <a16:creationId xmlns:a16="http://schemas.microsoft.com/office/drawing/2014/main" id="{B4224CE3-0896-4E36-B282-522EA9785DFD}"/>
              </a:ext>
            </a:extLst>
          </p:cNvPr>
          <p:cNvSpPr>
            <a:spLocks xmlns:a="http://schemas.openxmlformats.org/drawingml/2006/main" noGrp="1"/>
          </p:cNvSpPr>
          <p:nvPr/>
        </p:nvSpPr>
        <p:spPr>
          <a:xfrm xmlns:a="http://schemas.openxmlformats.org/drawingml/2006/main">
            <a:off x="685800" y="2095500"/>
            <a:ext cx="10572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D8F76C"/>
                </a:solidFill>
                <a:latin typeface="DejaVu Sans"/>
                <a:ea typeface="DejaVu Sans"/>
                <a:cs typeface="DejaVu Sans"/>
              </a:defRPr>
            </a:defPPr>
            <a:lvl1pPr>
              <a:defRPr sz="3225" b="1">
                <a:solidFill>
                  <a:srgbClr val="D8F76C"/>
                </a:solidFill>
                <a:latin typeface="DejaVu Sans"/>
                <a:ea typeface="DejaVu Sans"/>
                <a:cs typeface="DejaVu Sans"/>
              </a:defRPr>
            </a:lvl1pPr>
            <a:lvl2pPr>
              <a:defRPr sz="3225" b="1">
                <a:solidFill>
                  <a:srgbClr val="D8F76C"/>
                </a:solidFill>
                <a:latin typeface="DejaVu Sans"/>
                <a:ea typeface="DejaVu Sans"/>
                <a:cs typeface="DejaVu Sans"/>
              </a:defRPr>
            </a:lvl2pPr>
            <a:lvl3pPr>
              <a:defRPr sz="3225" b="1">
                <a:solidFill>
                  <a:srgbClr val="D8F76C"/>
                </a:solidFill>
                <a:latin typeface="DejaVu Sans"/>
                <a:ea typeface="DejaVu Sans"/>
                <a:cs typeface="DejaVu Sans"/>
              </a:defRPr>
            </a:lvl3pPr>
            <a:lvl4pPr>
              <a:defRPr sz="3225" b="1">
                <a:solidFill>
                  <a:srgbClr val="D8F76C"/>
                </a:solidFill>
                <a:latin typeface="DejaVu Sans"/>
                <a:ea typeface="DejaVu Sans"/>
                <a:cs typeface="DejaVu Sans"/>
              </a:defRPr>
            </a:lvl4pPr>
            <a:lvl5pPr>
              <a:defRPr sz="3225" b="1">
                <a:solidFill>
                  <a:srgbClr val="D8F76C"/>
                </a:solidFill>
                <a:latin typeface="DejaVu Sans"/>
                <a:ea typeface="DejaVu Sans"/>
                <a:cs typeface="DejaVu Sans"/>
              </a:defRPr>
            </a:lvl5pPr>
            <a:lvl6pPr>
              <a:defRPr sz="3225" b="1">
                <a:solidFill>
                  <a:srgbClr val="D8F76C"/>
                </a:solidFill>
                <a:latin typeface="DejaVu Sans"/>
                <a:ea typeface="DejaVu Sans"/>
                <a:cs typeface="DejaVu Sans"/>
              </a:defRPr>
            </a:lvl6pPr>
            <a:lvl7pPr>
              <a:defRPr sz="3225" b="1">
                <a:solidFill>
                  <a:srgbClr val="D8F76C"/>
                </a:solidFill>
                <a:latin typeface="DejaVu Sans"/>
                <a:ea typeface="DejaVu Sans"/>
                <a:cs typeface="DejaVu Sans"/>
              </a:defRPr>
            </a:lvl7pPr>
            <a:lvl8pPr>
              <a:defRPr sz="3225" b="1">
                <a:solidFill>
                  <a:srgbClr val="D8F76C"/>
                </a:solidFill>
                <a:latin typeface="DejaVu Sans"/>
                <a:ea typeface="DejaVu Sans"/>
                <a:cs typeface="DejaVu Sans"/>
              </a:defRPr>
            </a:lvl8pPr>
            <a:lvl9pPr>
              <a:defRPr sz="3225" b="1">
                <a:solidFill>
                  <a:srgbClr val="D8F76C"/>
                </a:solidFill>
                <a:latin typeface="DejaVu Sans"/>
                <a:ea typeface="DejaVu Sans"/>
                <a:cs typeface="DejaVu Sans"/>
              </a:defRPr>
            </a:lvl9pPr>
          </a:lstStyle>
          <a:p xmlns:a="http://schemas.openxmlformats.org/drawingml/2006/main">
            <a:pPr>
              <a:defRPr sz="3225" b="1">
                <a:solidFill>
                  <a:srgbClr val="D8F76C"/>
                </a:solidFill>
                <a:latin typeface="DejaVu Sans"/>
                <a:ea typeface="DejaVu Sans"/>
                <a:cs typeface="DejaVu Sans"/>
              </a:defRPr>
            </a:pPr>
            <a:r>
              <a:rPr sz="3225" b="1">
                <a:solidFill>
                  <a:srgbClr val="D8F76C"/>
                </a:solidFill>
                <a:latin typeface="DejaVu Sans"/>
                <a:ea typeface="DejaVu Sans"/>
                <a:cs typeface="DejaVu Sans"/>
              </a:rPr>
              <a:t>“The additional hours were approved training.”</a:t>
            </a:r>
          </a:p>
        </p:txBody>
      </p:sp>
      <p:sp>
        <p:nvSpPr>
          <p:cNvPr id="4" name="next">
            <a:extLst xmlns:a="http://schemas.openxmlformats.org/drawingml/2006/main">
              <a:ext uri="{FF2B5EF4-FFF2-40B4-BE49-F238E27FC236}">
                <a16:creationId xmlns:a16="http://schemas.microsoft.com/office/drawing/2014/main" id="{F4FA1747-ACB5-47B4-BBDB-16C6425B5A98}"/>
              </a:ext>
            </a:extLst>
          </p:cNvPr>
          <p:cNvSpPr>
            <a:spLocks xmlns:a="http://schemas.openxmlformats.org/drawingml/2006/main" noGrp="1"/>
          </p:cNvSpPr>
          <p:nvPr/>
        </p:nvSpPr>
        <p:spPr>
          <a:xfrm xmlns:a="http://schemas.openxmlformats.org/drawingml/2006/main">
            <a:off x="685800" y="3714750"/>
            <a:ext cx="1057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F4F1E8"/>
                </a:solidFill>
                <a:latin typeface="DejaVu Sans"/>
                <a:ea typeface="DejaVu Sans"/>
                <a:cs typeface="DejaVu Sans"/>
              </a:defRPr>
            </a:defPPr>
            <a:lvl1pPr>
              <a:defRPr sz="2475" b="0">
                <a:solidFill>
                  <a:srgbClr val="F4F1E8"/>
                </a:solidFill>
                <a:latin typeface="DejaVu Sans"/>
                <a:ea typeface="DejaVu Sans"/>
                <a:cs typeface="DejaVu Sans"/>
              </a:defRPr>
            </a:lvl1pPr>
            <a:lvl2pPr>
              <a:defRPr sz="2475" b="0">
                <a:solidFill>
                  <a:srgbClr val="F4F1E8"/>
                </a:solidFill>
                <a:latin typeface="DejaVu Sans"/>
                <a:ea typeface="DejaVu Sans"/>
                <a:cs typeface="DejaVu Sans"/>
              </a:defRPr>
            </a:lvl2pPr>
            <a:lvl3pPr>
              <a:defRPr sz="2475" b="0">
                <a:solidFill>
                  <a:srgbClr val="F4F1E8"/>
                </a:solidFill>
                <a:latin typeface="DejaVu Sans"/>
                <a:ea typeface="DejaVu Sans"/>
                <a:cs typeface="DejaVu Sans"/>
              </a:defRPr>
            </a:lvl3pPr>
            <a:lvl4pPr>
              <a:defRPr sz="2475" b="0">
                <a:solidFill>
                  <a:srgbClr val="F4F1E8"/>
                </a:solidFill>
                <a:latin typeface="DejaVu Sans"/>
                <a:ea typeface="DejaVu Sans"/>
                <a:cs typeface="DejaVu Sans"/>
              </a:defRPr>
            </a:lvl4pPr>
            <a:lvl5pPr>
              <a:defRPr sz="2475" b="0">
                <a:solidFill>
                  <a:srgbClr val="F4F1E8"/>
                </a:solidFill>
                <a:latin typeface="DejaVu Sans"/>
                <a:ea typeface="DejaVu Sans"/>
                <a:cs typeface="DejaVu Sans"/>
              </a:defRPr>
            </a:lvl5pPr>
            <a:lvl6pPr>
              <a:defRPr sz="2475" b="0">
                <a:solidFill>
                  <a:srgbClr val="F4F1E8"/>
                </a:solidFill>
                <a:latin typeface="DejaVu Sans"/>
                <a:ea typeface="DejaVu Sans"/>
                <a:cs typeface="DejaVu Sans"/>
              </a:defRPr>
            </a:lvl6pPr>
            <a:lvl7pPr>
              <a:defRPr sz="2475" b="0">
                <a:solidFill>
                  <a:srgbClr val="F4F1E8"/>
                </a:solidFill>
                <a:latin typeface="DejaVu Sans"/>
                <a:ea typeface="DejaVu Sans"/>
                <a:cs typeface="DejaVu Sans"/>
              </a:defRPr>
            </a:lvl7pPr>
            <a:lvl8pPr>
              <a:defRPr sz="2475" b="0">
                <a:solidFill>
                  <a:srgbClr val="F4F1E8"/>
                </a:solidFill>
                <a:latin typeface="DejaVu Sans"/>
                <a:ea typeface="DejaVu Sans"/>
                <a:cs typeface="DejaVu Sans"/>
              </a:defRPr>
            </a:lvl8pPr>
            <a:lvl9pPr>
              <a:defRPr sz="2475" b="0">
                <a:solidFill>
                  <a:srgbClr val="F4F1E8"/>
                </a:solidFill>
                <a:latin typeface="DejaVu Sans"/>
                <a:ea typeface="DejaVu Sans"/>
                <a:cs typeface="DejaVu Sans"/>
              </a:defRPr>
            </a:lvl9pPr>
          </a:lstStyle>
          <a:p xmlns:a="http://schemas.openxmlformats.org/drawingml/2006/main">
            <a:pPr>
              <a:defRPr sz="2475" b="0">
                <a:solidFill>
                  <a:srgbClr val="F4F1E8"/>
                </a:solidFill>
                <a:latin typeface="DejaVu Sans"/>
                <a:ea typeface="DejaVu Sans"/>
                <a:cs typeface="DejaVu Sans"/>
              </a:defRPr>
            </a:pPr>
            <a:r>
              <a:rPr sz="2475" b="0">
                <a:solidFill>
                  <a:srgbClr val="F4F1E8"/>
                </a:solidFill>
                <a:latin typeface="DejaVu Sans"/>
                <a:ea typeface="DejaVu Sans"/>
                <a:cs typeface="DejaVu Sans"/>
              </a:rPr>
              <a:t>Next check: verify training approval and time records,</a:t>
            </a:r>
          </a:p>
          <a:p xmlns:a="http://schemas.openxmlformats.org/drawingml/2006/main">
            <a:pPr>
              <a:defRPr sz="2475" b="0">
                <a:solidFill>
                  <a:srgbClr val="F4F1E8"/>
                </a:solidFill>
                <a:latin typeface="DejaVu Sans"/>
                <a:ea typeface="DejaVu Sans"/>
                <a:cs typeface="DejaVu Sans"/>
              </a:defRPr>
            </a:pPr>
            <a:r>
              <a:rPr sz="2475" b="0">
                <a:solidFill>
                  <a:srgbClr val="F4F1E8"/>
                </a:solidFill>
                <a:latin typeface="DejaVu Sans"/>
                <a:ea typeface="DejaVu Sans"/>
                <a:cs typeface="DejaVu Sans"/>
              </a:rPr>
              <a:t>then compare the sales forecast.</a:t>
            </a:r>
          </a:p>
        </p:txBody>
      </p:sp>
      <p:sp>
        <p:nvSpPr>
          <p:cNvPr id="5" name="truth">
            <a:extLst xmlns:a="http://schemas.openxmlformats.org/drawingml/2006/main">
              <a:ext uri="{FF2B5EF4-FFF2-40B4-BE49-F238E27FC236}">
                <a16:creationId xmlns:a16="http://schemas.microsoft.com/office/drawing/2014/main" id="{993DA42B-CBD0-4B1A-B442-8ADC2C287186}"/>
              </a:ext>
            </a:extLst>
          </p:cNvPr>
          <p:cNvSpPr>
            <a:spLocks xmlns:a="http://schemas.openxmlformats.org/drawingml/2006/main" noGrp="1"/>
          </p:cNvSpPr>
          <p:nvPr/>
        </p:nvSpPr>
        <p:spPr>
          <a:xfrm xmlns:a="http://schemas.openxmlformats.org/drawingml/2006/main">
            <a:off x="685800" y="552450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B7C9C1"/>
                </a:solidFill>
                <a:latin typeface="DejaVu Sans"/>
                <a:ea typeface="DejaVu Sans"/>
                <a:cs typeface="DejaVu Sans"/>
              </a:defRPr>
            </a:defPPr>
            <a:lvl1pPr>
              <a:defRPr sz="2100" b="0">
                <a:solidFill>
                  <a:srgbClr val="B7C9C1"/>
                </a:solidFill>
                <a:latin typeface="DejaVu Sans"/>
                <a:ea typeface="DejaVu Sans"/>
                <a:cs typeface="DejaVu Sans"/>
              </a:defRPr>
            </a:lvl1pPr>
            <a:lvl2pPr>
              <a:defRPr sz="2100" b="0">
                <a:solidFill>
                  <a:srgbClr val="B7C9C1"/>
                </a:solidFill>
                <a:latin typeface="DejaVu Sans"/>
                <a:ea typeface="DejaVu Sans"/>
                <a:cs typeface="DejaVu Sans"/>
              </a:defRPr>
            </a:lvl2pPr>
            <a:lvl3pPr>
              <a:defRPr sz="2100" b="0">
                <a:solidFill>
                  <a:srgbClr val="B7C9C1"/>
                </a:solidFill>
                <a:latin typeface="DejaVu Sans"/>
                <a:ea typeface="DejaVu Sans"/>
                <a:cs typeface="DejaVu Sans"/>
              </a:defRPr>
            </a:lvl3pPr>
            <a:lvl4pPr>
              <a:defRPr sz="2100" b="0">
                <a:solidFill>
                  <a:srgbClr val="B7C9C1"/>
                </a:solidFill>
                <a:latin typeface="DejaVu Sans"/>
                <a:ea typeface="DejaVu Sans"/>
                <a:cs typeface="DejaVu Sans"/>
              </a:defRPr>
            </a:lvl4pPr>
            <a:lvl5pPr>
              <a:defRPr sz="2100" b="0">
                <a:solidFill>
                  <a:srgbClr val="B7C9C1"/>
                </a:solidFill>
                <a:latin typeface="DejaVu Sans"/>
                <a:ea typeface="DejaVu Sans"/>
                <a:cs typeface="DejaVu Sans"/>
              </a:defRPr>
            </a:lvl5pPr>
            <a:lvl6pPr>
              <a:defRPr sz="2100" b="0">
                <a:solidFill>
                  <a:srgbClr val="B7C9C1"/>
                </a:solidFill>
                <a:latin typeface="DejaVu Sans"/>
                <a:ea typeface="DejaVu Sans"/>
                <a:cs typeface="DejaVu Sans"/>
              </a:defRPr>
            </a:lvl6pPr>
            <a:lvl7pPr>
              <a:defRPr sz="2100" b="0">
                <a:solidFill>
                  <a:srgbClr val="B7C9C1"/>
                </a:solidFill>
                <a:latin typeface="DejaVu Sans"/>
                <a:ea typeface="DejaVu Sans"/>
                <a:cs typeface="DejaVu Sans"/>
              </a:defRPr>
            </a:lvl7pPr>
            <a:lvl8pPr>
              <a:defRPr sz="2100" b="0">
                <a:solidFill>
                  <a:srgbClr val="B7C9C1"/>
                </a:solidFill>
                <a:latin typeface="DejaVu Sans"/>
                <a:ea typeface="DejaVu Sans"/>
                <a:cs typeface="DejaVu Sans"/>
              </a:defRPr>
            </a:lvl8pPr>
            <a:lvl9pPr>
              <a:defRPr sz="2100" b="0">
                <a:solidFill>
                  <a:srgbClr val="B7C9C1"/>
                </a:solidFill>
                <a:latin typeface="DejaVu Sans"/>
                <a:ea typeface="DejaVu Sans"/>
                <a:cs typeface="DejaVu Sans"/>
              </a:defRPr>
            </a:lvl9pPr>
          </a:lstStyle>
          <a:p xmlns:a="http://schemas.openxmlformats.org/drawingml/2006/main">
            <a:pPr>
              <a:defRPr sz="2100" b="0">
                <a:solidFill>
                  <a:srgbClr val="B7C9C1"/>
                </a:solidFill>
                <a:latin typeface="DejaVu Sans"/>
                <a:ea typeface="DejaVu Sans"/>
                <a:cs typeface="DejaVu Sans"/>
              </a:defRPr>
            </a:pPr>
            <a:r>
              <a:rPr sz="2100" b="0">
                <a:solidFill>
                  <a:srgbClr val="B7C9C1"/>
                </a:solidFill>
                <a:latin typeface="DejaVu Sans"/>
                <a:ea typeface="DejaVu Sans"/>
                <a:cs typeface="DejaVu Sans"/>
              </a:rPr>
              <a:t>The report remains unverified. Payroll stays unchanged.</a:t>
            </a:r>
          </a:p>
        </p:txBody>
      </p:sp>
    </p:spTree>
    <p:extLst>
      <p:ext uri="{BB962C8B-B14F-4D97-AF65-F5344CB8AC3E}">
        <p14:creationId xmlns:p14="http://schemas.microsoft.com/office/powerpoint/2010/main" val="308487167"/>
      </p:ext>
    </p:extLst>
  </p:cSld>
</p:sld>
</file>

<file path=ppt/slides/slide5.xml><?xml version="1.0" encoding="utf-8"?>
<p:sld xmlns:p="http://schemas.openxmlformats.org/presentationml/2006/main">
  <p:cSld>
    <p:bg>
      <p:bgPr>
        <a:solidFill xmlns:a="http://schemas.openxmlformats.org/drawingml/2006/main">
          <a:srgbClr val="102C27"/>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7CF7084-F4F0-4329-9F41-3FAFEB49488E}"/>
              </a:ext>
            </a:extLst>
          </p:cNvPr>
          <p:cNvSpPr>
            <a:spLocks xmlns:a="http://schemas.openxmlformats.org/drawingml/2006/main" noGrp="1"/>
          </p:cNvSpPr>
          <p:nvPr/>
        </p:nvSpPr>
        <p:spPr>
          <a:xfrm xmlns:a="http://schemas.openxmlformats.org/drawingml/2006/main">
            <a:off x="647700" y="514350"/>
            <a:ext cx="1085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4F1E8"/>
                </a:solidFill>
                <a:latin typeface="DejaVu Sans"/>
                <a:ea typeface="DejaVu Sans"/>
                <a:cs typeface="DejaVu Sans"/>
              </a:defRPr>
            </a:defPPr>
            <a:lvl1pPr>
              <a:defRPr sz="3450" b="1">
                <a:solidFill>
                  <a:srgbClr val="F4F1E8"/>
                </a:solidFill>
                <a:latin typeface="DejaVu Sans"/>
                <a:ea typeface="DejaVu Sans"/>
                <a:cs typeface="DejaVu Sans"/>
              </a:defRPr>
            </a:lvl1pPr>
            <a:lvl2pPr>
              <a:defRPr sz="3450" b="1">
                <a:solidFill>
                  <a:srgbClr val="F4F1E8"/>
                </a:solidFill>
                <a:latin typeface="DejaVu Sans"/>
                <a:ea typeface="DejaVu Sans"/>
                <a:cs typeface="DejaVu Sans"/>
              </a:defRPr>
            </a:lvl2pPr>
            <a:lvl3pPr>
              <a:defRPr sz="3450" b="1">
                <a:solidFill>
                  <a:srgbClr val="F4F1E8"/>
                </a:solidFill>
                <a:latin typeface="DejaVu Sans"/>
                <a:ea typeface="DejaVu Sans"/>
                <a:cs typeface="DejaVu Sans"/>
              </a:defRPr>
            </a:lvl3pPr>
            <a:lvl4pPr>
              <a:defRPr sz="3450" b="1">
                <a:solidFill>
                  <a:srgbClr val="F4F1E8"/>
                </a:solidFill>
                <a:latin typeface="DejaVu Sans"/>
                <a:ea typeface="DejaVu Sans"/>
                <a:cs typeface="DejaVu Sans"/>
              </a:defRPr>
            </a:lvl4pPr>
            <a:lvl5pPr>
              <a:defRPr sz="3450" b="1">
                <a:solidFill>
                  <a:srgbClr val="F4F1E8"/>
                </a:solidFill>
                <a:latin typeface="DejaVu Sans"/>
                <a:ea typeface="DejaVu Sans"/>
                <a:cs typeface="DejaVu Sans"/>
              </a:defRPr>
            </a:lvl5pPr>
            <a:lvl6pPr>
              <a:defRPr sz="3450" b="1">
                <a:solidFill>
                  <a:srgbClr val="F4F1E8"/>
                </a:solidFill>
                <a:latin typeface="DejaVu Sans"/>
                <a:ea typeface="DejaVu Sans"/>
                <a:cs typeface="DejaVu Sans"/>
              </a:defRPr>
            </a:lvl6pPr>
            <a:lvl7pPr>
              <a:defRPr sz="3450" b="1">
                <a:solidFill>
                  <a:srgbClr val="F4F1E8"/>
                </a:solidFill>
                <a:latin typeface="DejaVu Sans"/>
                <a:ea typeface="DejaVu Sans"/>
                <a:cs typeface="DejaVu Sans"/>
              </a:defRPr>
            </a:lvl7pPr>
            <a:lvl8pPr>
              <a:defRPr sz="3450" b="1">
                <a:solidFill>
                  <a:srgbClr val="F4F1E8"/>
                </a:solidFill>
                <a:latin typeface="DejaVu Sans"/>
                <a:ea typeface="DejaVu Sans"/>
                <a:cs typeface="DejaVu Sans"/>
              </a:defRPr>
            </a:lvl8pPr>
            <a:lvl9pPr>
              <a:defRPr sz="3450" b="1">
                <a:solidFill>
                  <a:srgbClr val="F4F1E8"/>
                </a:solidFill>
                <a:latin typeface="DejaVu Sans"/>
                <a:ea typeface="DejaVu Sans"/>
                <a:cs typeface="DejaVu Sans"/>
              </a:defRPr>
            </a:lvl9pPr>
          </a:lstStyle>
          <a:p xmlns:a="http://schemas.openxmlformats.org/drawingml/2006/main">
            <a:pPr>
              <a:defRPr sz="3450" b="1">
                <a:solidFill>
                  <a:srgbClr val="F4F1E8"/>
                </a:solidFill>
                <a:latin typeface="DejaVu Sans"/>
                <a:ea typeface="DejaVu Sans"/>
                <a:cs typeface="DejaVu Sans"/>
              </a:defRPr>
            </a:pPr>
            <a:r>
              <a:rPr sz="3450" b="1">
                <a:solidFill>
                  <a:srgbClr val="F4F1E8"/>
                </a:solidFill>
                <a:latin typeface="DejaVu Sans"/>
                <a:ea typeface="DejaVu Sans"/>
                <a:cs typeface="DejaVu Sans"/>
              </a:rPr>
              <a:t>Missing evidence holds the answer.</a:t>
            </a:r>
          </a:p>
        </p:txBody>
      </p:sp>
      <p:sp>
        <p:nvSpPr>
          <p:cNvPr id="2" name="page">
            <a:extLst xmlns:a="http://schemas.openxmlformats.org/drawingml/2006/main">
              <a:ext uri="{FF2B5EF4-FFF2-40B4-BE49-F238E27FC236}">
                <a16:creationId xmlns:a16="http://schemas.microsoft.com/office/drawing/2014/main" id="{5E7AEFE5-F7B8-44F0-8F85-2BACA959FC12}"/>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7C9C1"/>
                </a:solidFill>
                <a:latin typeface="DejaVu Sans"/>
                <a:ea typeface="DejaVu Sans"/>
                <a:cs typeface="DejaVu Sans"/>
              </a:defRPr>
            </a:defPPr>
            <a:lvl1pPr>
              <a:defRPr sz="1350" b="0">
                <a:solidFill>
                  <a:srgbClr val="B7C9C1"/>
                </a:solidFill>
                <a:latin typeface="DejaVu Sans"/>
                <a:ea typeface="DejaVu Sans"/>
                <a:cs typeface="DejaVu Sans"/>
              </a:defRPr>
            </a:lvl1pPr>
            <a:lvl2pPr>
              <a:defRPr sz="1350" b="0">
                <a:solidFill>
                  <a:srgbClr val="B7C9C1"/>
                </a:solidFill>
                <a:latin typeface="DejaVu Sans"/>
                <a:ea typeface="DejaVu Sans"/>
                <a:cs typeface="DejaVu Sans"/>
              </a:defRPr>
            </a:lvl2pPr>
            <a:lvl3pPr>
              <a:defRPr sz="1350" b="0">
                <a:solidFill>
                  <a:srgbClr val="B7C9C1"/>
                </a:solidFill>
                <a:latin typeface="DejaVu Sans"/>
                <a:ea typeface="DejaVu Sans"/>
                <a:cs typeface="DejaVu Sans"/>
              </a:defRPr>
            </a:lvl3pPr>
            <a:lvl4pPr>
              <a:defRPr sz="1350" b="0">
                <a:solidFill>
                  <a:srgbClr val="B7C9C1"/>
                </a:solidFill>
                <a:latin typeface="DejaVu Sans"/>
                <a:ea typeface="DejaVu Sans"/>
                <a:cs typeface="DejaVu Sans"/>
              </a:defRPr>
            </a:lvl4pPr>
            <a:lvl5pPr>
              <a:defRPr sz="1350" b="0">
                <a:solidFill>
                  <a:srgbClr val="B7C9C1"/>
                </a:solidFill>
                <a:latin typeface="DejaVu Sans"/>
                <a:ea typeface="DejaVu Sans"/>
                <a:cs typeface="DejaVu Sans"/>
              </a:defRPr>
            </a:lvl5pPr>
            <a:lvl6pPr>
              <a:defRPr sz="1350" b="0">
                <a:solidFill>
                  <a:srgbClr val="B7C9C1"/>
                </a:solidFill>
                <a:latin typeface="DejaVu Sans"/>
                <a:ea typeface="DejaVu Sans"/>
                <a:cs typeface="DejaVu Sans"/>
              </a:defRPr>
            </a:lvl6pPr>
            <a:lvl7pPr>
              <a:defRPr sz="1350" b="0">
                <a:solidFill>
                  <a:srgbClr val="B7C9C1"/>
                </a:solidFill>
                <a:latin typeface="DejaVu Sans"/>
                <a:ea typeface="DejaVu Sans"/>
                <a:cs typeface="DejaVu Sans"/>
              </a:defRPr>
            </a:lvl7pPr>
            <a:lvl8pPr>
              <a:defRPr sz="1350" b="0">
                <a:solidFill>
                  <a:srgbClr val="B7C9C1"/>
                </a:solidFill>
                <a:latin typeface="DejaVu Sans"/>
                <a:ea typeface="DejaVu Sans"/>
                <a:cs typeface="DejaVu Sans"/>
              </a:defRPr>
            </a:lvl8pPr>
            <a:lvl9pPr>
              <a:defRPr sz="1350" b="0">
                <a:solidFill>
                  <a:srgbClr val="B7C9C1"/>
                </a:solidFill>
                <a:latin typeface="DejaVu Sans"/>
                <a:ea typeface="DejaVu Sans"/>
                <a:cs typeface="DejaVu Sans"/>
              </a:defRPr>
            </a:lvl9pPr>
          </a:lstStyle>
          <a:p xmlns:a="http://schemas.openxmlformats.org/drawingml/2006/main">
            <a:pPr>
              <a:defRPr sz="1350" b="0">
                <a:solidFill>
                  <a:srgbClr val="B7C9C1"/>
                </a:solidFill>
                <a:latin typeface="DejaVu Sans"/>
                <a:ea typeface="DejaVu Sans"/>
                <a:cs typeface="DejaVu Sans"/>
              </a:defRPr>
            </a:pPr>
            <a:r>
              <a:rPr sz="1350" b="0">
                <a:solidFill>
                  <a:srgbClr val="B7C9C1"/>
                </a:solidFill>
                <a:latin typeface="DejaVu Sans"/>
                <a:ea typeface="DejaVu Sans"/>
                <a:cs typeface="DejaVu Sans"/>
              </a:rPr>
              <a:t>05</a:t>
            </a:r>
          </a:p>
        </p:txBody>
      </p:sp>
      <p:sp>
        <p:nvSpPr>
          <p:cNvPr id="3" name="case1">
            <a:extLst xmlns:a="http://schemas.openxmlformats.org/drawingml/2006/main">
              <a:ext uri="{FF2B5EF4-FFF2-40B4-BE49-F238E27FC236}">
                <a16:creationId xmlns:a16="http://schemas.microsoft.com/office/drawing/2014/main" id="{6A3A82F7-96A9-49BC-9E5B-E3AC6C21142B}"/>
              </a:ext>
            </a:extLst>
          </p:cNvPr>
          <p:cNvSpPr>
            <a:spLocks xmlns:a="http://schemas.openxmlformats.org/drawingml/2006/main" noGrp="1"/>
          </p:cNvSpPr>
          <p:nvPr/>
        </p:nvSpPr>
        <p:spPr>
          <a:xfrm xmlns:a="http://schemas.openxmlformats.org/drawingml/2006/main">
            <a:off x="685800" y="22383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D8F76C"/>
                </a:solidFill>
                <a:latin typeface="DejaVu Sans"/>
                <a:ea typeface="DejaVu Sans"/>
                <a:cs typeface="DejaVu Sans"/>
              </a:defRPr>
            </a:defPPr>
            <a:lvl1pPr>
              <a:defRPr sz="3000" b="1">
                <a:solidFill>
                  <a:srgbClr val="D8F76C"/>
                </a:solidFill>
                <a:latin typeface="DejaVu Sans"/>
                <a:ea typeface="DejaVu Sans"/>
                <a:cs typeface="DejaVu Sans"/>
              </a:defRPr>
            </a:lvl1pPr>
            <a:lvl2pPr>
              <a:defRPr sz="3000" b="1">
                <a:solidFill>
                  <a:srgbClr val="D8F76C"/>
                </a:solidFill>
                <a:latin typeface="DejaVu Sans"/>
                <a:ea typeface="DejaVu Sans"/>
                <a:cs typeface="DejaVu Sans"/>
              </a:defRPr>
            </a:lvl2pPr>
            <a:lvl3pPr>
              <a:defRPr sz="3000" b="1">
                <a:solidFill>
                  <a:srgbClr val="D8F76C"/>
                </a:solidFill>
                <a:latin typeface="DejaVu Sans"/>
                <a:ea typeface="DejaVu Sans"/>
                <a:cs typeface="DejaVu Sans"/>
              </a:defRPr>
            </a:lvl3pPr>
            <a:lvl4pPr>
              <a:defRPr sz="3000" b="1">
                <a:solidFill>
                  <a:srgbClr val="D8F76C"/>
                </a:solidFill>
                <a:latin typeface="DejaVu Sans"/>
                <a:ea typeface="DejaVu Sans"/>
                <a:cs typeface="DejaVu Sans"/>
              </a:defRPr>
            </a:lvl4pPr>
            <a:lvl5pPr>
              <a:defRPr sz="3000" b="1">
                <a:solidFill>
                  <a:srgbClr val="D8F76C"/>
                </a:solidFill>
                <a:latin typeface="DejaVu Sans"/>
                <a:ea typeface="DejaVu Sans"/>
                <a:cs typeface="DejaVu Sans"/>
              </a:defRPr>
            </a:lvl5pPr>
            <a:lvl6pPr>
              <a:defRPr sz="3000" b="1">
                <a:solidFill>
                  <a:srgbClr val="D8F76C"/>
                </a:solidFill>
                <a:latin typeface="DejaVu Sans"/>
                <a:ea typeface="DejaVu Sans"/>
                <a:cs typeface="DejaVu Sans"/>
              </a:defRPr>
            </a:lvl6pPr>
            <a:lvl7pPr>
              <a:defRPr sz="3000" b="1">
                <a:solidFill>
                  <a:srgbClr val="D8F76C"/>
                </a:solidFill>
                <a:latin typeface="DejaVu Sans"/>
                <a:ea typeface="DejaVu Sans"/>
                <a:cs typeface="DejaVu Sans"/>
              </a:defRPr>
            </a:lvl7pPr>
            <a:lvl8pPr>
              <a:defRPr sz="3000" b="1">
                <a:solidFill>
                  <a:srgbClr val="D8F76C"/>
                </a:solidFill>
                <a:latin typeface="DejaVu Sans"/>
                <a:ea typeface="DejaVu Sans"/>
                <a:cs typeface="DejaVu Sans"/>
              </a:defRPr>
            </a:lvl8pPr>
            <a:lvl9pPr>
              <a:defRPr sz="3000" b="1">
                <a:solidFill>
                  <a:srgbClr val="D8F76C"/>
                </a:solidFill>
                <a:latin typeface="DejaVu Sans"/>
                <a:ea typeface="DejaVu Sans"/>
                <a:cs typeface="DejaVu Sans"/>
              </a:defRPr>
            </a:lvl9pPr>
          </a:lstStyle>
          <a:p xmlns:a="http://schemas.openxmlformats.org/drawingml/2006/main">
            <a:pPr>
              <a:defRPr sz="3000" b="1">
                <a:solidFill>
                  <a:srgbClr val="D8F76C"/>
                </a:solidFill>
                <a:latin typeface="DejaVu Sans"/>
                <a:ea typeface="DejaVu Sans"/>
                <a:cs typeface="DejaVu Sans"/>
              </a:defRPr>
            </a:pPr>
            <a:r>
              <a:rPr sz="3000" b="1">
                <a:solidFill>
                  <a:srgbClr val="D8F76C"/>
                </a:solidFill>
                <a:latin typeface="DejaVu Sans"/>
                <a:ea typeface="DejaVu Sans"/>
                <a:cs typeface="DejaVu Sans"/>
              </a:rPr>
              <a:t>Missing wages</a:t>
            </a:r>
          </a:p>
        </p:txBody>
      </p:sp>
      <p:sp>
        <p:nvSpPr>
          <p:cNvPr id="4" name="case1body">
            <a:extLst xmlns:a="http://schemas.openxmlformats.org/drawingml/2006/main">
              <a:ext uri="{FF2B5EF4-FFF2-40B4-BE49-F238E27FC236}">
                <a16:creationId xmlns:a16="http://schemas.microsoft.com/office/drawing/2014/main" id="{DE0489ED-A69E-422E-A986-D353735A9410}"/>
              </a:ext>
            </a:extLst>
          </p:cNvPr>
          <p:cNvSpPr>
            <a:spLocks xmlns:a="http://schemas.openxmlformats.org/drawingml/2006/main" noGrp="1"/>
          </p:cNvSpPr>
          <p:nvPr/>
        </p:nvSpPr>
        <p:spPr>
          <a:xfrm xmlns:a="http://schemas.openxmlformats.org/drawingml/2006/main">
            <a:off x="685800" y="2952750"/>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4F1E8"/>
                </a:solidFill>
                <a:latin typeface="DejaVu Sans"/>
                <a:ea typeface="DejaVu Sans"/>
                <a:cs typeface="DejaVu Sans"/>
              </a:defRPr>
            </a:defPPr>
            <a:lvl1pPr>
              <a:defRPr sz="2175" b="0">
                <a:solidFill>
                  <a:srgbClr val="F4F1E8"/>
                </a:solidFill>
                <a:latin typeface="DejaVu Sans"/>
                <a:ea typeface="DejaVu Sans"/>
                <a:cs typeface="DejaVu Sans"/>
              </a:defRPr>
            </a:lvl1pPr>
            <a:lvl2pPr>
              <a:defRPr sz="2175" b="0">
                <a:solidFill>
                  <a:srgbClr val="F4F1E8"/>
                </a:solidFill>
                <a:latin typeface="DejaVu Sans"/>
                <a:ea typeface="DejaVu Sans"/>
                <a:cs typeface="DejaVu Sans"/>
              </a:defRPr>
            </a:lvl2pPr>
            <a:lvl3pPr>
              <a:defRPr sz="2175" b="0">
                <a:solidFill>
                  <a:srgbClr val="F4F1E8"/>
                </a:solidFill>
                <a:latin typeface="DejaVu Sans"/>
                <a:ea typeface="DejaVu Sans"/>
                <a:cs typeface="DejaVu Sans"/>
              </a:defRPr>
            </a:lvl3pPr>
            <a:lvl4pPr>
              <a:defRPr sz="2175" b="0">
                <a:solidFill>
                  <a:srgbClr val="F4F1E8"/>
                </a:solidFill>
                <a:latin typeface="DejaVu Sans"/>
                <a:ea typeface="DejaVu Sans"/>
                <a:cs typeface="DejaVu Sans"/>
              </a:defRPr>
            </a:lvl4pPr>
            <a:lvl5pPr>
              <a:defRPr sz="2175" b="0">
                <a:solidFill>
                  <a:srgbClr val="F4F1E8"/>
                </a:solidFill>
                <a:latin typeface="DejaVu Sans"/>
                <a:ea typeface="DejaVu Sans"/>
                <a:cs typeface="DejaVu Sans"/>
              </a:defRPr>
            </a:lvl5pPr>
            <a:lvl6pPr>
              <a:defRPr sz="2175" b="0">
                <a:solidFill>
                  <a:srgbClr val="F4F1E8"/>
                </a:solidFill>
                <a:latin typeface="DejaVu Sans"/>
                <a:ea typeface="DejaVu Sans"/>
                <a:cs typeface="DejaVu Sans"/>
              </a:defRPr>
            </a:lvl6pPr>
            <a:lvl7pPr>
              <a:defRPr sz="2175" b="0">
                <a:solidFill>
                  <a:srgbClr val="F4F1E8"/>
                </a:solidFill>
                <a:latin typeface="DejaVu Sans"/>
                <a:ea typeface="DejaVu Sans"/>
                <a:cs typeface="DejaVu Sans"/>
              </a:defRPr>
            </a:lvl7pPr>
            <a:lvl8pPr>
              <a:defRPr sz="2175" b="0">
                <a:solidFill>
                  <a:srgbClr val="F4F1E8"/>
                </a:solidFill>
                <a:latin typeface="DejaVu Sans"/>
                <a:ea typeface="DejaVu Sans"/>
                <a:cs typeface="DejaVu Sans"/>
              </a:defRPr>
            </a:lvl8pPr>
            <a:lvl9pPr>
              <a:defRPr sz="2175" b="0">
                <a:solidFill>
                  <a:srgbClr val="F4F1E8"/>
                </a:solidFill>
                <a:latin typeface="DejaVu Sans"/>
                <a:ea typeface="DejaVu Sans"/>
                <a:cs typeface="DejaVu Sans"/>
              </a:defRPr>
            </a:lvl9pPr>
          </a:lstStyle>
          <a:p xmlns:a="http://schemas.openxmlformats.org/drawingml/2006/main">
            <a:pPr>
              <a:defRPr sz="2175" b="0">
                <a:solidFill>
                  <a:srgbClr val="F4F1E8"/>
                </a:solidFill>
                <a:latin typeface="DejaVu Sans"/>
                <a:ea typeface="DejaVu Sans"/>
                <a:cs typeface="DejaVu Sans"/>
              </a:defRPr>
            </a:pPr>
            <a:r>
              <a:rPr sz="2175" b="0">
                <a:solidFill>
                  <a:srgbClr val="F4F1E8"/>
                </a:solidFill>
                <a:latin typeface="DejaVu Sans"/>
                <a:ea typeface="DejaVu Sans"/>
                <a:cs typeface="DejaVu Sans"/>
              </a:rPr>
              <a:t>Dollar conclusions stop until the matching record is available.</a:t>
            </a:r>
          </a:p>
        </p:txBody>
      </p:sp>
      <p:sp>
        <p:nvSpPr>
          <p:cNvPr id="5" name="case2">
            <a:extLst xmlns:a="http://schemas.openxmlformats.org/drawingml/2006/main">
              <a:ext uri="{FF2B5EF4-FFF2-40B4-BE49-F238E27FC236}">
                <a16:creationId xmlns:a16="http://schemas.microsoft.com/office/drawing/2014/main" id="{A1B4B717-A3E6-4602-A4E8-73B3F3CCEF86}"/>
              </a:ext>
            </a:extLst>
          </p:cNvPr>
          <p:cNvSpPr>
            <a:spLocks xmlns:a="http://schemas.openxmlformats.org/drawingml/2006/main" noGrp="1"/>
          </p:cNvSpPr>
          <p:nvPr/>
        </p:nvSpPr>
        <p:spPr>
          <a:xfrm xmlns:a="http://schemas.openxmlformats.org/drawingml/2006/main">
            <a:off x="685800" y="40957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D8F76C"/>
                </a:solidFill>
                <a:latin typeface="DejaVu Sans"/>
                <a:ea typeface="DejaVu Sans"/>
                <a:cs typeface="DejaVu Sans"/>
              </a:defRPr>
            </a:defPPr>
            <a:lvl1pPr>
              <a:defRPr sz="3000" b="1">
                <a:solidFill>
                  <a:srgbClr val="D8F76C"/>
                </a:solidFill>
                <a:latin typeface="DejaVu Sans"/>
                <a:ea typeface="DejaVu Sans"/>
                <a:cs typeface="DejaVu Sans"/>
              </a:defRPr>
            </a:lvl1pPr>
            <a:lvl2pPr>
              <a:defRPr sz="3000" b="1">
                <a:solidFill>
                  <a:srgbClr val="D8F76C"/>
                </a:solidFill>
                <a:latin typeface="DejaVu Sans"/>
                <a:ea typeface="DejaVu Sans"/>
                <a:cs typeface="DejaVu Sans"/>
              </a:defRPr>
            </a:lvl2pPr>
            <a:lvl3pPr>
              <a:defRPr sz="3000" b="1">
                <a:solidFill>
                  <a:srgbClr val="D8F76C"/>
                </a:solidFill>
                <a:latin typeface="DejaVu Sans"/>
                <a:ea typeface="DejaVu Sans"/>
                <a:cs typeface="DejaVu Sans"/>
              </a:defRPr>
            </a:lvl3pPr>
            <a:lvl4pPr>
              <a:defRPr sz="3000" b="1">
                <a:solidFill>
                  <a:srgbClr val="D8F76C"/>
                </a:solidFill>
                <a:latin typeface="DejaVu Sans"/>
                <a:ea typeface="DejaVu Sans"/>
                <a:cs typeface="DejaVu Sans"/>
              </a:defRPr>
            </a:lvl4pPr>
            <a:lvl5pPr>
              <a:defRPr sz="3000" b="1">
                <a:solidFill>
                  <a:srgbClr val="D8F76C"/>
                </a:solidFill>
                <a:latin typeface="DejaVu Sans"/>
                <a:ea typeface="DejaVu Sans"/>
                <a:cs typeface="DejaVu Sans"/>
              </a:defRPr>
            </a:lvl5pPr>
            <a:lvl6pPr>
              <a:defRPr sz="3000" b="1">
                <a:solidFill>
                  <a:srgbClr val="D8F76C"/>
                </a:solidFill>
                <a:latin typeface="DejaVu Sans"/>
                <a:ea typeface="DejaVu Sans"/>
                <a:cs typeface="DejaVu Sans"/>
              </a:defRPr>
            </a:lvl6pPr>
            <a:lvl7pPr>
              <a:defRPr sz="3000" b="1">
                <a:solidFill>
                  <a:srgbClr val="D8F76C"/>
                </a:solidFill>
                <a:latin typeface="DejaVu Sans"/>
                <a:ea typeface="DejaVu Sans"/>
                <a:cs typeface="DejaVu Sans"/>
              </a:defRPr>
            </a:lvl7pPr>
            <a:lvl8pPr>
              <a:defRPr sz="3000" b="1">
                <a:solidFill>
                  <a:srgbClr val="D8F76C"/>
                </a:solidFill>
                <a:latin typeface="DejaVu Sans"/>
                <a:ea typeface="DejaVu Sans"/>
                <a:cs typeface="DejaVu Sans"/>
              </a:defRPr>
            </a:lvl8pPr>
            <a:lvl9pPr>
              <a:defRPr sz="3000" b="1">
                <a:solidFill>
                  <a:srgbClr val="D8F76C"/>
                </a:solidFill>
                <a:latin typeface="DejaVu Sans"/>
                <a:ea typeface="DejaVu Sans"/>
                <a:cs typeface="DejaVu Sans"/>
              </a:defRPr>
            </a:lvl9pPr>
          </a:lstStyle>
          <a:p xmlns:a="http://schemas.openxmlformats.org/drawingml/2006/main">
            <a:pPr>
              <a:defRPr sz="3000" b="1">
                <a:solidFill>
                  <a:srgbClr val="D8F76C"/>
                </a:solidFill>
                <a:latin typeface="DejaVu Sans"/>
                <a:ea typeface="DejaVu Sans"/>
                <a:cs typeface="DejaVu Sans"/>
              </a:defRPr>
            </a:pPr>
            <a:r>
              <a:rPr sz="3000" b="1">
                <a:solidFill>
                  <a:srgbClr val="D8F76C"/>
                </a:solidFill>
                <a:latin typeface="DejaVu Sans"/>
                <a:ea typeface="DejaVu Sans"/>
                <a:cs typeface="DejaVu Sans"/>
              </a:rPr>
              <a:t>Different restaurant</a:t>
            </a:r>
          </a:p>
        </p:txBody>
      </p:sp>
      <p:sp>
        <p:nvSpPr>
          <p:cNvPr id="6" name="case2body">
            <a:extLst xmlns:a="http://schemas.openxmlformats.org/drawingml/2006/main">
              <a:ext uri="{FF2B5EF4-FFF2-40B4-BE49-F238E27FC236}">
                <a16:creationId xmlns:a16="http://schemas.microsoft.com/office/drawing/2014/main" id="{68148D1C-CDB7-463B-8AED-70B84EE76557}"/>
              </a:ext>
            </a:extLst>
          </p:cNvPr>
          <p:cNvSpPr>
            <a:spLocks xmlns:a="http://schemas.openxmlformats.org/drawingml/2006/main" noGrp="1"/>
          </p:cNvSpPr>
          <p:nvPr/>
        </p:nvSpPr>
        <p:spPr>
          <a:xfrm xmlns:a="http://schemas.openxmlformats.org/drawingml/2006/main">
            <a:off x="685800" y="4810125"/>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4F1E8"/>
                </a:solidFill>
                <a:latin typeface="DejaVu Sans"/>
                <a:ea typeface="DejaVu Sans"/>
                <a:cs typeface="DejaVu Sans"/>
              </a:defRPr>
            </a:defPPr>
            <a:lvl1pPr>
              <a:defRPr sz="2175" b="0">
                <a:solidFill>
                  <a:srgbClr val="F4F1E8"/>
                </a:solidFill>
                <a:latin typeface="DejaVu Sans"/>
                <a:ea typeface="DejaVu Sans"/>
                <a:cs typeface="DejaVu Sans"/>
              </a:defRPr>
            </a:lvl1pPr>
            <a:lvl2pPr>
              <a:defRPr sz="2175" b="0">
                <a:solidFill>
                  <a:srgbClr val="F4F1E8"/>
                </a:solidFill>
                <a:latin typeface="DejaVu Sans"/>
                <a:ea typeface="DejaVu Sans"/>
                <a:cs typeface="DejaVu Sans"/>
              </a:defRPr>
            </a:lvl2pPr>
            <a:lvl3pPr>
              <a:defRPr sz="2175" b="0">
                <a:solidFill>
                  <a:srgbClr val="F4F1E8"/>
                </a:solidFill>
                <a:latin typeface="DejaVu Sans"/>
                <a:ea typeface="DejaVu Sans"/>
                <a:cs typeface="DejaVu Sans"/>
              </a:defRPr>
            </a:lvl3pPr>
            <a:lvl4pPr>
              <a:defRPr sz="2175" b="0">
                <a:solidFill>
                  <a:srgbClr val="F4F1E8"/>
                </a:solidFill>
                <a:latin typeface="DejaVu Sans"/>
                <a:ea typeface="DejaVu Sans"/>
                <a:cs typeface="DejaVu Sans"/>
              </a:defRPr>
            </a:lvl4pPr>
            <a:lvl5pPr>
              <a:defRPr sz="2175" b="0">
                <a:solidFill>
                  <a:srgbClr val="F4F1E8"/>
                </a:solidFill>
                <a:latin typeface="DejaVu Sans"/>
                <a:ea typeface="DejaVu Sans"/>
                <a:cs typeface="DejaVu Sans"/>
              </a:defRPr>
            </a:lvl5pPr>
            <a:lvl6pPr>
              <a:defRPr sz="2175" b="0">
                <a:solidFill>
                  <a:srgbClr val="F4F1E8"/>
                </a:solidFill>
                <a:latin typeface="DejaVu Sans"/>
                <a:ea typeface="DejaVu Sans"/>
                <a:cs typeface="DejaVu Sans"/>
              </a:defRPr>
            </a:lvl6pPr>
            <a:lvl7pPr>
              <a:defRPr sz="2175" b="0">
                <a:solidFill>
                  <a:srgbClr val="F4F1E8"/>
                </a:solidFill>
                <a:latin typeface="DejaVu Sans"/>
                <a:ea typeface="DejaVu Sans"/>
                <a:cs typeface="DejaVu Sans"/>
              </a:defRPr>
            </a:lvl7pPr>
            <a:lvl8pPr>
              <a:defRPr sz="2175" b="0">
                <a:solidFill>
                  <a:srgbClr val="F4F1E8"/>
                </a:solidFill>
                <a:latin typeface="DejaVu Sans"/>
                <a:ea typeface="DejaVu Sans"/>
                <a:cs typeface="DejaVu Sans"/>
              </a:defRPr>
            </a:lvl8pPr>
            <a:lvl9pPr>
              <a:defRPr sz="2175" b="0">
                <a:solidFill>
                  <a:srgbClr val="F4F1E8"/>
                </a:solidFill>
                <a:latin typeface="DejaVu Sans"/>
                <a:ea typeface="DejaVu Sans"/>
                <a:cs typeface="DejaVu Sans"/>
              </a:defRPr>
            </a:lvl9pPr>
          </a:lstStyle>
          <a:p xmlns:a="http://schemas.openxmlformats.org/drawingml/2006/main">
            <a:pPr>
              <a:defRPr sz="2175" b="0">
                <a:solidFill>
                  <a:srgbClr val="F4F1E8"/>
                </a:solidFill>
                <a:latin typeface="DejaVu Sans"/>
                <a:ea typeface="DejaVu Sans"/>
                <a:cs typeface="DejaVu Sans"/>
              </a:defRPr>
            </a:pPr>
            <a:r>
              <a:rPr sz="2175" b="0">
                <a:solidFill>
                  <a:srgbClr val="F4F1E8"/>
                </a:solidFill>
                <a:latin typeface="DejaVu Sans"/>
                <a:ea typeface="DejaVu Sans"/>
                <a:cs typeface="DejaVu Sans"/>
              </a:rPr>
              <a:t>The join fails before CostProof produces a calculation.</a:t>
            </a:r>
          </a:p>
        </p:txBody>
      </p:sp>
    </p:spTree>
    <p:extLst>
      <p:ext uri="{BB962C8B-B14F-4D97-AF65-F5344CB8AC3E}">
        <p14:creationId xmlns:p14="http://schemas.microsoft.com/office/powerpoint/2010/main" val="1846544563"/>
      </p:ext>
    </p:extLst>
  </p:cSld>
</p:sld>
</file>

<file path=ppt/slides/slide6.xml><?xml version="1.0" encoding="utf-8"?>
<p:sld xmlns:p="http://schemas.openxmlformats.org/presentationml/2006/main">
  <p:cSld>
    <p:bg>
      <p:bgPr>
        <a:solidFill xmlns:a="http://schemas.openxmlformats.org/drawingml/2006/main">
          <a:srgbClr val="102C2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4570C2E-599F-426B-963D-A42AB397FA31}"/>
              </a:ext>
            </a:extLst>
          </p:cNvPr>
          <p:cNvSpPr>
            <a:spLocks xmlns:a="http://schemas.openxmlformats.org/drawingml/2006/main" noGrp="1"/>
          </p:cNvSpPr>
          <p:nvPr/>
        </p:nvSpPr>
        <p:spPr>
          <a:xfrm xmlns:a="http://schemas.openxmlformats.org/drawingml/2006/main">
            <a:off x="647700" y="514350"/>
            <a:ext cx="1085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4F1E8"/>
                </a:solidFill>
                <a:latin typeface="DejaVu Sans"/>
                <a:ea typeface="DejaVu Sans"/>
                <a:cs typeface="DejaVu Sans"/>
              </a:defRPr>
            </a:defPPr>
            <a:lvl1pPr>
              <a:defRPr sz="3450" b="1">
                <a:solidFill>
                  <a:srgbClr val="F4F1E8"/>
                </a:solidFill>
                <a:latin typeface="DejaVu Sans"/>
                <a:ea typeface="DejaVu Sans"/>
                <a:cs typeface="DejaVu Sans"/>
              </a:defRPr>
            </a:lvl1pPr>
            <a:lvl2pPr>
              <a:defRPr sz="3450" b="1">
                <a:solidFill>
                  <a:srgbClr val="F4F1E8"/>
                </a:solidFill>
                <a:latin typeface="DejaVu Sans"/>
                <a:ea typeface="DejaVu Sans"/>
                <a:cs typeface="DejaVu Sans"/>
              </a:defRPr>
            </a:lvl2pPr>
            <a:lvl3pPr>
              <a:defRPr sz="3450" b="1">
                <a:solidFill>
                  <a:srgbClr val="F4F1E8"/>
                </a:solidFill>
                <a:latin typeface="DejaVu Sans"/>
                <a:ea typeface="DejaVu Sans"/>
                <a:cs typeface="DejaVu Sans"/>
              </a:defRPr>
            </a:lvl3pPr>
            <a:lvl4pPr>
              <a:defRPr sz="3450" b="1">
                <a:solidFill>
                  <a:srgbClr val="F4F1E8"/>
                </a:solidFill>
                <a:latin typeface="DejaVu Sans"/>
                <a:ea typeface="DejaVu Sans"/>
                <a:cs typeface="DejaVu Sans"/>
              </a:defRPr>
            </a:lvl4pPr>
            <a:lvl5pPr>
              <a:defRPr sz="3450" b="1">
                <a:solidFill>
                  <a:srgbClr val="F4F1E8"/>
                </a:solidFill>
                <a:latin typeface="DejaVu Sans"/>
                <a:ea typeface="DejaVu Sans"/>
                <a:cs typeface="DejaVu Sans"/>
              </a:defRPr>
            </a:lvl5pPr>
            <a:lvl6pPr>
              <a:defRPr sz="3450" b="1">
                <a:solidFill>
                  <a:srgbClr val="F4F1E8"/>
                </a:solidFill>
                <a:latin typeface="DejaVu Sans"/>
                <a:ea typeface="DejaVu Sans"/>
                <a:cs typeface="DejaVu Sans"/>
              </a:defRPr>
            </a:lvl6pPr>
            <a:lvl7pPr>
              <a:defRPr sz="3450" b="1">
                <a:solidFill>
                  <a:srgbClr val="F4F1E8"/>
                </a:solidFill>
                <a:latin typeface="DejaVu Sans"/>
                <a:ea typeface="DejaVu Sans"/>
                <a:cs typeface="DejaVu Sans"/>
              </a:defRPr>
            </a:lvl7pPr>
            <a:lvl8pPr>
              <a:defRPr sz="3450" b="1">
                <a:solidFill>
                  <a:srgbClr val="F4F1E8"/>
                </a:solidFill>
                <a:latin typeface="DejaVu Sans"/>
                <a:ea typeface="DejaVu Sans"/>
                <a:cs typeface="DejaVu Sans"/>
              </a:defRPr>
            </a:lvl8pPr>
            <a:lvl9pPr>
              <a:defRPr sz="3450" b="1">
                <a:solidFill>
                  <a:srgbClr val="F4F1E8"/>
                </a:solidFill>
                <a:latin typeface="DejaVu Sans"/>
                <a:ea typeface="DejaVu Sans"/>
                <a:cs typeface="DejaVu Sans"/>
              </a:defRPr>
            </a:lvl9pPr>
          </a:lstStyle>
          <a:p xmlns:a="http://schemas.openxmlformats.org/drawingml/2006/main">
            <a:pPr>
              <a:defRPr sz="3450" b="1">
                <a:solidFill>
                  <a:srgbClr val="F4F1E8"/>
                </a:solidFill>
                <a:latin typeface="DejaVu Sans"/>
                <a:ea typeface="DejaVu Sans"/>
                <a:cs typeface="DejaVu Sans"/>
              </a:defRPr>
            </a:pPr>
            <a:r>
              <a:rPr sz="3450" b="1">
                <a:solidFill>
                  <a:srgbClr val="F4F1E8"/>
                </a:solidFill>
                <a:latin typeface="DejaVu Sans"/>
                <a:ea typeface="DejaVu Sans"/>
                <a:cs typeface="DejaVu Sans"/>
              </a:rPr>
              <a:t>The live path has an explicit acceptance test.</a:t>
            </a:r>
          </a:p>
        </p:txBody>
      </p:sp>
      <p:sp>
        <p:nvSpPr>
          <p:cNvPr id="2" name="page">
            <a:extLst xmlns:a="http://schemas.openxmlformats.org/drawingml/2006/main">
              <a:ext uri="{FF2B5EF4-FFF2-40B4-BE49-F238E27FC236}">
                <a16:creationId xmlns:a16="http://schemas.microsoft.com/office/drawing/2014/main" id="{45A607E3-38D0-4684-BAC0-2E975A37ACAA}"/>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7C9C1"/>
                </a:solidFill>
                <a:latin typeface="DejaVu Sans"/>
                <a:ea typeface="DejaVu Sans"/>
                <a:cs typeface="DejaVu Sans"/>
              </a:defRPr>
            </a:defPPr>
            <a:lvl1pPr>
              <a:defRPr sz="1350" b="0">
                <a:solidFill>
                  <a:srgbClr val="B7C9C1"/>
                </a:solidFill>
                <a:latin typeface="DejaVu Sans"/>
                <a:ea typeface="DejaVu Sans"/>
                <a:cs typeface="DejaVu Sans"/>
              </a:defRPr>
            </a:lvl1pPr>
            <a:lvl2pPr>
              <a:defRPr sz="1350" b="0">
                <a:solidFill>
                  <a:srgbClr val="B7C9C1"/>
                </a:solidFill>
                <a:latin typeface="DejaVu Sans"/>
                <a:ea typeface="DejaVu Sans"/>
                <a:cs typeface="DejaVu Sans"/>
              </a:defRPr>
            </a:lvl2pPr>
            <a:lvl3pPr>
              <a:defRPr sz="1350" b="0">
                <a:solidFill>
                  <a:srgbClr val="B7C9C1"/>
                </a:solidFill>
                <a:latin typeface="DejaVu Sans"/>
                <a:ea typeface="DejaVu Sans"/>
                <a:cs typeface="DejaVu Sans"/>
              </a:defRPr>
            </a:lvl3pPr>
            <a:lvl4pPr>
              <a:defRPr sz="1350" b="0">
                <a:solidFill>
                  <a:srgbClr val="B7C9C1"/>
                </a:solidFill>
                <a:latin typeface="DejaVu Sans"/>
                <a:ea typeface="DejaVu Sans"/>
                <a:cs typeface="DejaVu Sans"/>
              </a:defRPr>
            </a:lvl4pPr>
            <a:lvl5pPr>
              <a:defRPr sz="1350" b="0">
                <a:solidFill>
                  <a:srgbClr val="B7C9C1"/>
                </a:solidFill>
                <a:latin typeface="DejaVu Sans"/>
                <a:ea typeface="DejaVu Sans"/>
                <a:cs typeface="DejaVu Sans"/>
              </a:defRPr>
            </a:lvl5pPr>
            <a:lvl6pPr>
              <a:defRPr sz="1350" b="0">
                <a:solidFill>
                  <a:srgbClr val="B7C9C1"/>
                </a:solidFill>
                <a:latin typeface="DejaVu Sans"/>
                <a:ea typeface="DejaVu Sans"/>
                <a:cs typeface="DejaVu Sans"/>
              </a:defRPr>
            </a:lvl6pPr>
            <a:lvl7pPr>
              <a:defRPr sz="1350" b="0">
                <a:solidFill>
                  <a:srgbClr val="B7C9C1"/>
                </a:solidFill>
                <a:latin typeface="DejaVu Sans"/>
                <a:ea typeface="DejaVu Sans"/>
                <a:cs typeface="DejaVu Sans"/>
              </a:defRPr>
            </a:lvl7pPr>
            <a:lvl8pPr>
              <a:defRPr sz="1350" b="0">
                <a:solidFill>
                  <a:srgbClr val="B7C9C1"/>
                </a:solidFill>
                <a:latin typeface="DejaVu Sans"/>
                <a:ea typeface="DejaVu Sans"/>
                <a:cs typeface="DejaVu Sans"/>
              </a:defRPr>
            </a:lvl8pPr>
            <a:lvl9pPr>
              <a:defRPr sz="1350" b="0">
                <a:solidFill>
                  <a:srgbClr val="B7C9C1"/>
                </a:solidFill>
                <a:latin typeface="DejaVu Sans"/>
                <a:ea typeface="DejaVu Sans"/>
                <a:cs typeface="DejaVu Sans"/>
              </a:defRPr>
            </a:lvl9pPr>
          </a:lstStyle>
          <a:p xmlns:a="http://schemas.openxmlformats.org/drawingml/2006/main">
            <a:pPr>
              <a:defRPr sz="1350" b="0">
                <a:solidFill>
                  <a:srgbClr val="B7C9C1"/>
                </a:solidFill>
                <a:latin typeface="DejaVu Sans"/>
                <a:ea typeface="DejaVu Sans"/>
                <a:cs typeface="DejaVu Sans"/>
              </a:defRPr>
            </a:pPr>
            <a:r>
              <a:rPr sz="1350" b="0">
                <a:solidFill>
                  <a:srgbClr val="B7C9C1"/>
                </a:solidFill>
                <a:latin typeface="DejaVu Sans"/>
                <a:ea typeface="DejaVu Sans"/>
                <a:cs typeface="DejaVu Sans"/>
              </a:rPr>
              <a:t>06</a:t>
            </a:r>
          </a:p>
        </p:txBody>
      </p:sp>
      <p:sp>
        <p:nvSpPr>
          <p:cNvPr id="3" name="test">
            <a:extLst xmlns:a="http://schemas.openxmlformats.org/drawingml/2006/main">
              <a:ext uri="{FF2B5EF4-FFF2-40B4-BE49-F238E27FC236}">
                <a16:creationId xmlns:a16="http://schemas.microsoft.com/office/drawing/2014/main" id="{F4E8FE94-5B9B-46B8-968A-BF32E2D9D889}"/>
              </a:ext>
            </a:extLst>
          </p:cNvPr>
          <p:cNvSpPr>
            <a:spLocks xmlns:a="http://schemas.openxmlformats.org/drawingml/2006/main" noGrp="1"/>
          </p:cNvSpPr>
          <p:nvPr/>
        </p:nvSpPr>
        <p:spPr>
          <a:xfrm xmlns:a="http://schemas.openxmlformats.org/drawingml/2006/main">
            <a:off x="685800" y="2095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D8F76C"/>
                </a:solidFill>
                <a:latin typeface="DejaVu Sans"/>
                <a:ea typeface="DejaVu Sans"/>
                <a:cs typeface="DejaVu Sans"/>
              </a:defRPr>
            </a:defPPr>
            <a:lvl1pPr>
              <a:defRPr sz="4350" b="1">
                <a:solidFill>
                  <a:srgbClr val="D8F76C"/>
                </a:solidFill>
                <a:latin typeface="DejaVu Sans"/>
                <a:ea typeface="DejaVu Sans"/>
                <a:cs typeface="DejaVu Sans"/>
              </a:defRPr>
            </a:lvl1pPr>
            <a:lvl2pPr>
              <a:defRPr sz="4350" b="1">
                <a:solidFill>
                  <a:srgbClr val="D8F76C"/>
                </a:solidFill>
                <a:latin typeface="DejaVu Sans"/>
                <a:ea typeface="DejaVu Sans"/>
                <a:cs typeface="DejaVu Sans"/>
              </a:defRPr>
            </a:lvl2pPr>
            <a:lvl3pPr>
              <a:defRPr sz="4350" b="1">
                <a:solidFill>
                  <a:srgbClr val="D8F76C"/>
                </a:solidFill>
                <a:latin typeface="DejaVu Sans"/>
                <a:ea typeface="DejaVu Sans"/>
                <a:cs typeface="DejaVu Sans"/>
              </a:defRPr>
            </a:lvl3pPr>
            <a:lvl4pPr>
              <a:defRPr sz="4350" b="1">
                <a:solidFill>
                  <a:srgbClr val="D8F76C"/>
                </a:solidFill>
                <a:latin typeface="DejaVu Sans"/>
                <a:ea typeface="DejaVu Sans"/>
                <a:cs typeface="DejaVu Sans"/>
              </a:defRPr>
            </a:lvl4pPr>
            <a:lvl5pPr>
              <a:defRPr sz="4350" b="1">
                <a:solidFill>
                  <a:srgbClr val="D8F76C"/>
                </a:solidFill>
                <a:latin typeface="DejaVu Sans"/>
                <a:ea typeface="DejaVu Sans"/>
                <a:cs typeface="DejaVu Sans"/>
              </a:defRPr>
            </a:lvl5pPr>
            <a:lvl6pPr>
              <a:defRPr sz="4350" b="1">
                <a:solidFill>
                  <a:srgbClr val="D8F76C"/>
                </a:solidFill>
                <a:latin typeface="DejaVu Sans"/>
                <a:ea typeface="DejaVu Sans"/>
                <a:cs typeface="DejaVu Sans"/>
              </a:defRPr>
            </a:lvl6pPr>
            <a:lvl7pPr>
              <a:defRPr sz="4350" b="1">
                <a:solidFill>
                  <a:srgbClr val="D8F76C"/>
                </a:solidFill>
                <a:latin typeface="DejaVu Sans"/>
                <a:ea typeface="DejaVu Sans"/>
                <a:cs typeface="DejaVu Sans"/>
              </a:defRPr>
            </a:lvl7pPr>
            <a:lvl8pPr>
              <a:defRPr sz="4350" b="1">
                <a:solidFill>
                  <a:srgbClr val="D8F76C"/>
                </a:solidFill>
                <a:latin typeface="DejaVu Sans"/>
                <a:ea typeface="DejaVu Sans"/>
                <a:cs typeface="DejaVu Sans"/>
              </a:defRPr>
            </a:lvl8pPr>
            <a:lvl9pPr>
              <a:defRPr sz="4350" b="1">
                <a:solidFill>
                  <a:srgbClr val="D8F76C"/>
                </a:solidFill>
                <a:latin typeface="DejaVu Sans"/>
                <a:ea typeface="DejaVu Sans"/>
                <a:cs typeface="DejaVu Sans"/>
              </a:defRPr>
            </a:lvl9pPr>
          </a:lstStyle>
          <a:p xmlns:a="http://schemas.openxmlformats.org/drawingml/2006/main">
            <a:pPr>
              <a:defRPr sz="4350" b="1">
                <a:solidFill>
                  <a:srgbClr val="D8F76C"/>
                </a:solidFill>
                <a:latin typeface="DejaVu Sans"/>
                <a:ea typeface="DejaVu Sans"/>
                <a:cs typeface="DejaVu Sans"/>
              </a:defRPr>
            </a:pPr>
            <a:r>
              <a:rPr sz="4350" b="1">
                <a:solidFill>
                  <a:srgbClr val="D8F76C"/>
                </a:solidFill>
                <a:latin typeface="DejaVu Sans"/>
                <a:ea typeface="DejaVu Sans"/>
                <a:cs typeface="DejaVu Sans"/>
              </a:rPr>
              <a:t>48 local checks pass</a:t>
            </a:r>
          </a:p>
        </p:txBody>
      </p:sp>
      <p:sp>
        <p:nvSpPr>
          <p:cNvPr id="4" name="working">
            <a:extLst xmlns:a="http://schemas.openxmlformats.org/drawingml/2006/main">
              <a:ext uri="{FF2B5EF4-FFF2-40B4-BE49-F238E27FC236}">
                <a16:creationId xmlns:a16="http://schemas.microsoft.com/office/drawing/2014/main" id="{2A98F878-DA2B-4A00-A605-A28E34DCF2D4}"/>
              </a:ext>
            </a:extLst>
          </p:cNvPr>
          <p:cNvSpPr>
            <a:spLocks xmlns:a="http://schemas.openxmlformats.org/drawingml/2006/main" noGrp="1"/>
          </p:cNvSpPr>
          <p:nvPr/>
        </p:nvSpPr>
        <p:spPr>
          <a:xfrm xmlns:a="http://schemas.openxmlformats.org/drawingml/2006/main">
            <a:off x="685800" y="3333750"/>
            <a:ext cx="10572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4F1E8"/>
                </a:solidFill>
                <a:latin typeface="DejaVu Sans"/>
                <a:ea typeface="DejaVu Sans"/>
                <a:cs typeface="DejaVu Sans"/>
              </a:defRPr>
            </a:defPPr>
            <a:lvl1pPr>
              <a:defRPr sz="2250" b="0">
                <a:solidFill>
                  <a:srgbClr val="F4F1E8"/>
                </a:solidFill>
                <a:latin typeface="DejaVu Sans"/>
                <a:ea typeface="DejaVu Sans"/>
                <a:cs typeface="DejaVu Sans"/>
              </a:defRPr>
            </a:lvl1pPr>
            <a:lvl2pPr>
              <a:defRPr sz="2250" b="0">
                <a:solidFill>
                  <a:srgbClr val="F4F1E8"/>
                </a:solidFill>
                <a:latin typeface="DejaVu Sans"/>
                <a:ea typeface="DejaVu Sans"/>
                <a:cs typeface="DejaVu Sans"/>
              </a:defRPr>
            </a:lvl2pPr>
            <a:lvl3pPr>
              <a:defRPr sz="2250" b="0">
                <a:solidFill>
                  <a:srgbClr val="F4F1E8"/>
                </a:solidFill>
                <a:latin typeface="DejaVu Sans"/>
                <a:ea typeface="DejaVu Sans"/>
                <a:cs typeface="DejaVu Sans"/>
              </a:defRPr>
            </a:lvl3pPr>
            <a:lvl4pPr>
              <a:defRPr sz="2250" b="0">
                <a:solidFill>
                  <a:srgbClr val="F4F1E8"/>
                </a:solidFill>
                <a:latin typeface="DejaVu Sans"/>
                <a:ea typeface="DejaVu Sans"/>
                <a:cs typeface="DejaVu Sans"/>
              </a:defRPr>
            </a:lvl4pPr>
            <a:lvl5pPr>
              <a:defRPr sz="2250" b="0">
                <a:solidFill>
                  <a:srgbClr val="F4F1E8"/>
                </a:solidFill>
                <a:latin typeface="DejaVu Sans"/>
                <a:ea typeface="DejaVu Sans"/>
                <a:cs typeface="DejaVu Sans"/>
              </a:defRPr>
            </a:lvl5pPr>
            <a:lvl6pPr>
              <a:defRPr sz="2250" b="0">
                <a:solidFill>
                  <a:srgbClr val="F4F1E8"/>
                </a:solidFill>
                <a:latin typeface="DejaVu Sans"/>
                <a:ea typeface="DejaVu Sans"/>
                <a:cs typeface="DejaVu Sans"/>
              </a:defRPr>
            </a:lvl6pPr>
            <a:lvl7pPr>
              <a:defRPr sz="2250" b="0">
                <a:solidFill>
                  <a:srgbClr val="F4F1E8"/>
                </a:solidFill>
                <a:latin typeface="DejaVu Sans"/>
                <a:ea typeface="DejaVu Sans"/>
                <a:cs typeface="DejaVu Sans"/>
              </a:defRPr>
            </a:lvl7pPr>
            <a:lvl8pPr>
              <a:defRPr sz="2250" b="0">
                <a:solidFill>
                  <a:srgbClr val="F4F1E8"/>
                </a:solidFill>
                <a:latin typeface="DejaVu Sans"/>
                <a:ea typeface="DejaVu Sans"/>
                <a:cs typeface="DejaVu Sans"/>
              </a:defRPr>
            </a:lvl8pPr>
            <a:lvl9pPr>
              <a:defRPr sz="2250" b="0">
                <a:solidFill>
                  <a:srgbClr val="F4F1E8"/>
                </a:solidFill>
                <a:latin typeface="DejaVu Sans"/>
                <a:ea typeface="DejaVu Sans"/>
                <a:cs typeface="DejaVu Sans"/>
              </a:defRPr>
            </a:lvl9pPr>
          </a:lstStyle>
          <a:p xmlns:a="http://schemas.openxmlformats.org/drawingml/2006/main">
            <a:pPr>
              <a:defRPr sz="2250" b="0">
                <a:solidFill>
                  <a:srgbClr val="F4F1E8"/>
                </a:solidFill>
                <a:latin typeface="DejaVu Sans"/>
                <a:ea typeface="DejaVu Sans"/>
                <a:cs typeface="DejaVu Sans"/>
              </a:defRPr>
            </a:pPr>
            <a:r>
              <a:rPr sz="2250" b="0">
                <a:solidFill>
                  <a:srgbClr val="F4F1E8"/>
                </a:solidFill>
                <a:latin typeface="DejaVu Sans"/>
                <a:ea typeface="DejaVu Sans"/>
                <a:cs typeface="DejaVu Sans"/>
              </a:rPr>
              <a:t>Real H-MEM reference memory and reproducible sample runs.</a:t>
            </a:r>
          </a:p>
          <a:p xmlns:a="http://schemas.openxmlformats.org/drawingml/2006/main">
            <a:pPr>
              <a:defRPr sz="2250" b="0">
                <a:solidFill>
                  <a:srgbClr val="F4F1E8"/>
                </a:solidFill>
                <a:latin typeface="DejaVu Sans"/>
                <a:ea typeface="DejaVu Sans"/>
                <a:cs typeface="DejaVu Sans"/>
              </a:defRPr>
            </a:pPr>
            <a:r>
              <a:rPr sz="2250" b="0">
                <a:solidFill>
                  <a:srgbClr val="F4F1E8"/>
                </a:solidFill>
                <a:latin typeface="DejaVu Sans"/>
                <a:ea typeface="DejaVu Sans"/>
                <a:cs typeface="DejaVu Sans"/>
              </a:rPr>
              <a:t>The published baseline also passes GitHub CI.</a:t>
            </a:r>
          </a:p>
        </p:txBody>
      </p:sp>
      <p:sp>
        <p:nvSpPr>
          <p:cNvPr id="5" name="pending">
            <a:extLst xmlns:a="http://schemas.openxmlformats.org/drawingml/2006/main">
              <a:ext uri="{FF2B5EF4-FFF2-40B4-BE49-F238E27FC236}">
                <a16:creationId xmlns:a16="http://schemas.microsoft.com/office/drawing/2014/main" id="{62FAD1D3-BC18-4BC6-B89F-316E4BF9CAFD}"/>
              </a:ext>
            </a:extLst>
          </p:cNvPr>
          <p:cNvSpPr>
            <a:spLocks xmlns:a="http://schemas.openxmlformats.org/drawingml/2006/main" noGrp="1"/>
          </p:cNvSpPr>
          <p:nvPr/>
        </p:nvSpPr>
        <p:spPr>
          <a:xfrm xmlns:a="http://schemas.openxmlformats.org/drawingml/2006/main">
            <a:off x="685800" y="5048250"/>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B7C9C1"/>
                </a:solidFill>
                <a:latin typeface="DejaVu Sans"/>
                <a:ea typeface="DejaVu Sans"/>
                <a:cs typeface="DejaVu Sans"/>
              </a:defRPr>
            </a:defPPr>
            <a:lvl1pPr>
              <a:defRPr sz="2025" b="0">
                <a:solidFill>
                  <a:srgbClr val="B7C9C1"/>
                </a:solidFill>
                <a:latin typeface="DejaVu Sans"/>
                <a:ea typeface="DejaVu Sans"/>
                <a:cs typeface="DejaVu Sans"/>
              </a:defRPr>
            </a:lvl1pPr>
            <a:lvl2pPr>
              <a:defRPr sz="2025" b="0">
                <a:solidFill>
                  <a:srgbClr val="B7C9C1"/>
                </a:solidFill>
                <a:latin typeface="DejaVu Sans"/>
                <a:ea typeface="DejaVu Sans"/>
                <a:cs typeface="DejaVu Sans"/>
              </a:defRPr>
            </a:lvl2pPr>
            <a:lvl3pPr>
              <a:defRPr sz="2025" b="0">
                <a:solidFill>
                  <a:srgbClr val="B7C9C1"/>
                </a:solidFill>
                <a:latin typeface="DejaVu Sans"/>
                <a:ea typeface="DejaVu Sans"/>
                <a:cs typeface="DejaVu Sans"/>
              </a:defRPr>
            </a:lvl3pPr>
            <a:lvl4pPr>
              <a:defRPr sz="2025" b="0">
                <a:solidFill>
                  <a:srgbClr val="B7C9C1"/>
                </a:solidFill>
                <a:latin typeface="DejaVu Sans"/>
                <a:ea typeface="DejaVu Sans"/>
                <a:cs typeface="DejaVu Sans"/>
              </a:defRPr>
            </a:lvl4pPr>
            <a:lvl5pPr>
              <a:defRPr sz="2025" b="0">
                <a:solidFill>
                  <a:srgbClr val="B7C9C1"/>
                </a:solidFill>
                <a:latin typeface="DejaVu Sans"/>
                <a:ea typeface="DejaVu Sans"/>
                <a:cs typeface="DejaVu Sans"/>
              </a:defRPr>
            </a:lvl5pPr>
            <a:lvl6pPr>
              <a:defRPr sz="2025" b="0">
                <a:solidFill>
                  <a:srgbClr val="B7C9C1"/>
                </a:solidFill>
                <a:latin typeface="DejaVu Sans"/>
                <a:ea typeface="DejaVu Sans"/>
                <a:cs typeface="DejaVu Sans"/>
              </a:defRPr>
            </a:lvl6pPr>
            <a:lvl7pPr>
              <a:defRPr sz="2025" b="0">
                <a:solidFill>
                  <a:srgbClr val="B7C9C1"/>
                </a:solidFill>
                <a:latin typeface="DejaVu Sans"/>
                <a:ea typeface="DejaVu Sans"/>
                <a:cs typeface="DejaVu Sans"/>
              </a:defRPr>
            </a:lvl7pPr>
            <a:lvl8pPr>
              <a:defRPr sz="2025" b="0">
                <a:solidFill>
                  <a:srgbClr val="B7C9C1"/>
                </a:solidFill>
                <a:latin typeface="DejaVu Sans"/>
                <a:ea typeface="DejaVu Sans"/>
                <a:cs typeface="DejaVu Sans"/>
              </a:defRPr>
            </a:lvl8pPr>
            <a:lvl9pPr>
              <a:defRPr sz="2025" b="0">
                <a:solidFill>
                  <a:srgbClr val="B7C9C1"/>
                </a:solidFill>
                <a:latin typeface="DejaVu Sans"/>
                <a:ea typeface="DejaVu Sans"/>
                <a:cs typeface="DejaVu Sans"/>
              </a:defRPr>
            </a:lvl9pPr>
          </a:lstStyle>
          <a:p xmlns:a="http://schemas.openxmlformats.org/drawingml/2006/main">
            <a:pPr>
              <a:defRPr sz="2025" b="0">
                <a:solidFill>
                  <a:srgbClr val="B7C9C1"/>
                </a:solidFill>
                <a:latin typeface="DejaVu Sans"/>
                <a:ea typeface="DejaVu Sans"/>
                <a:cs typeface="DejaVu Sans"/>
              </a:defRPr>
            </a:pPr>
            <a:r>
              <a:rPr sz="2025" b="0">
                <a:solidFill>
                  <a:srgbClr val="B7C9C1"/>
                </a:solidFill>
                <a:latin typeface="DejaVu Sans"/>
                <a:ea typeface="DejaVu Sans"/>
                <a:cs typeface="DejaVu Sans"/>
              </a:rPr>
              <a:t>Remaining: working Nightshift provider, real Zetaris query,</a:t>
            </a:r>
          </a:p>
          <a:p xmlns:a="http://schemas.openxmlformats.org/drawingml/2006/main">
            <a:pPr>
              <a:defRPr sz="2025" b="0">
                <a:solidFill>
                  <a:srgbClr val="B7C9C1"/>
                </a:solidFill>
                <a:latin typeface="DejaVu Sans"/>
                <a:ea typeface="DejaVu Sans"/>
                <a:cs typeface="DejaVu Sans"/>
              </a:defRPr>
            </a:pPr>
            <a:r>
              <a:rPr sz="2025" b="0">
                <a:solidFill>
                  <a:srgbClr val="B7C9C1"/>
                </a:solidFill>
                <a:latin typeface="DejaVu Sans"/>
                <a:ea typeface="DejaVu Sans"/>
                <a:cs typeface="DejaVu Sans"/>
              </a:rPr>
              <a:t>desktop browser QA and the required final recording.</a:t>
            </a:r>
          </a:p>
        </p:txBody>
      </p:sp>
    </p:spTree>
    <p:extLst>
      <p:ext uri="{BB962C8B-B14F-4D97-AF65-F5344CB8AC3E}">
        <p14:creationId xmlns:p14="http://schemas.microsoft.com/office/powerpoint/2010/main" val="1454432084"/>
      </p:ext>
    </p:extLst>
  </p:cSld>
</p:sld>
</file>

<file path=ppt/slides/slide7.xml><?xml version="1.0" encoding="utf-8"?>
<p:sld xmlns:p="http://schemas.openxmlformats.org/presentationml/2006/main">
  <p:cSld>
    <p:bg>
      <p:bgPr>
        <a:solidFill xmlns:a="http://schemas.openxmlformats.org/drawingml/2006/main">
          <a:srgbClr val="102C2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85266D4-FF8F-4D49-8FF7-E20BDFC999D6}"/>
              </a:ext>
            </a:extLst>
          </p:cNvPr>
          <p:cNvSpPr>
            <a:spLocks xmlns:a="http://schemas.openxmlformats.org/drawingml/2006/main" noGrp="1"/>
          </p:cNvSpPr>
          <p:nvPr/>
        </p:nvSpPr>
        <p:spPr>
          <a:xfrm xmlns:a="http://schemas.openxmlformats.org/drawingml/2006/main">
            <a:off x="647700" y="514350"/>
            <a:ext cx="10858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4F1E8"/>
                </a:solidFill>
                <a:latin typeface="DejaVu Sans"/>
                <a:ea typeface="DejaVu Sans"/>
                <a:cs typeface="DejaVu Sans"/>
              </a:defRPr>
            </a:defPPr>
            <a:lvl1pPr>
              <a:defRPr sz="3450" b="1">
                <a:solidFill>
                  <a:srgbClr val="F4F1E8"/>
                </a:solidFill>
                <a:latin typeface="DejaVu Sans"/>
                <a:ea typeface="DejaVu Sans"/>
                <a:cs typeface="DejaVu Sans"/>
              </a:defRPr>
            </a:lvl1pPr>
            <a:lvl2pPr>
              <a:defRPr sz="3450" b="1">
                <a:solidFill>
                  <a:srgbClr val="F4F1E8"/>
                </a:solidFill>
                <a:latin typeface="DejaVu Sans"/>
                <a:ea typeface="DejaVu Sans"/>
                <a:cs typeface="DejaVu Sans"/>
              </a:defRPr>
            </a:lvl2pPr>
            <a:lvl3pPr>
              <a:defRPr sz="3450" b="1">
                <a:solidFill>
                  <a:srgbClr val="F4F1E8"/>
                </a:solidFill>
                <a:latin typeface="DejaVu Sans"/>
                <a:ea typeface="DejaVu Sans"/>
                <a:cs typeface="DejaVu Sans"/>
              </a:defRPr>
            </a:lvl3pPr>
            <a:lvl4pPr>
              <a:defRPr sz="3450" b="1">
                <a:solidFill>
                  <a:srgbClr val="F4F1E8"/>
                </a:solidFill>
                <a:latin typeface="DejaVu Sans"/>
                <a:ea typeface="DejaVu Sans"/>
                <a:cs typeface="DejaVu Sans"/>
              </a:defRPr>
            </a:lvl4pPr>
            <a:lvl5pPr>
              <a:defRPr sz="3450" b="1">
                <a:solidFill>
                  <a:srgbClr val="F4F1E8"/>
                </a:solidFill>
                <a:latin typeface="DejaVu Sans"/>
                <a:ea typeface="DejaVu Sans"/>
                <a:cs typeface="DejaVu Sans"/>
              </a:defRPr>
            </a:lvl5pPr>
            <a:lvl6pPr>
              <a:defRPr sz="3450" b="1">
                <a:solidFill>
                  <a:srgbClr val="F4F1E8"/>
                </a:solidFill>
                <a:latin typeface="DejaVu Sans"/>
                <a:ea typeface="DejaVu Sans"/>
                <a:cs typeface="DejaVu Sans"/>
              </a:defRPr>
            </a:lvl6pPr>
            <a:lvl7pPr>
              <a:defRPr sz="3450" b="1">
                <a:solidFill>
                  <a:srgbClr val="F4F1E8"/>
                </a:solidFill>
                <a:latin typeface="DejaVu Sans"/>
                <a:ea typeface="DejaVu Sans"/>
                <a:cs typeface="DejaVu Sans"/>
              </a:defRPr>
            </a:lvl7pPr>
            <a:lvl8pPr>
              <a:defRPr sz="3450" b="1">
                <a:solidFill>
                  <a:srgbClr val="F4F1E8"/>
                </a:solidFill>
                <a:latin typeface="DejaVu Sans"/>
                <a:ea typeface="DejaVu Sans"/>
                <a:cs typeface="DejaVu Sans"/>
              </a:defRPr>
            </a:lvl8pPr>
            <a:lvl9pPr>
              <a:defRPr sz="3450" b="1">
                <a:solidFill>
                  <a:srgbClr val="F4F1E8"/>
                </a:solidFill>
                <a:latin typeface="DejaVu Sans"/>
                <a:ea typeface="DejaVu Sans"/>
                <a:cs typeface="DejaVu Sans"/>
              </a:defRPr>
            </a:lvl9pPr>
          </a:lstStyle>
          <a:p xmlns:a="http://schemas.openxmlformats.org/drawingml/2006/main">
            <a:pPr>
              <a:defRPr sz="3450" b="1">
                <a:solidFill>
                  <a:srgbClr val="F4F1E8"/>
                </a:solidFill>
                <a:latin typeface="DejaVu Sans"/>
                <a:ea typeface="DejaVu Sans"/>
                <a:cs typeface="DejaVu Sans"/>
              </a:defRPr>
            </a:pPr>
            <a:r>
              <a:rPr sz="3450" b="1">
                <a:solidFill>
                  <a:srgbClr val="F4F1E8"/>
                </a:solidFill>
                <a:latin typeface="DejaVu Sans"/>
                <a:ea typeface="DejaVu Sans"/>
                <a:cs typeface="DejaVu Sans"/>
              </a:rPr>
              <a:t>One shift. One supported next check.</a:t>
            </a:r>
          </a:p>
        </p:txBody>
      </p:sp>
      <p:sp>
        <p:nvSpPr>
          <p:cNvPr id="2" name="page">
            <a:extLst xmlns:a="http://schemas.openxmlformats.org/drawingml/2006/main">
              <a:ext uri="{FF2B5EF4-FFF2-40B4-BE49-F238E27FC236}">
                <a16:creationId xmlns:a16="http://schemas.microsoft.com/office/drawing/2014/main" id="{BE894B76-EF1E-4CA3-8A51-0B38B7710E11}"/>
              </a:ext>
            </a:extLst>
          </p:cNvPr>
          <p:cNvSpPr>
            <a:spLocks xmlns:a="http://schemas.openxmlformats.org/drawingml/2006/main" noGrp="1"/>
          </p:cNvSpPr>
          <p:nvPr/>
        </p:nvSpPr>
        <p:spPr>
          <a:xfrm xmlns:a="http://schemas.openxmlformats.org/drawingml/2006/main">
            <a:off x="11049000" y="628650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7C9C1"/>
                </a:solidFill>
                <a:latin typeface="DejaVu Sans"/>
                <a:ea typeface="DejaVu Sans"/>
                <a:cs typeface="DejaVu Sans"/>
              </a:defRPr>
            </a:defPPr>
            <a:lvl1pPr>
              <a:defRPr sz="1350" b="0">
                <a:solidFill>
                  <a:srgbClr val="B7C9C1"/>
                </a:solidFill>
                <a:latin typeface="DejaVu Sans"/>
                <a:ea typeface="DejaVu Sans"/>
                <a:cs typeface="DejaVu Sans"/>
              </a:defRPr>
            </a:lvl1pPr>
            <a:lvl2pPr>
              <a:defRPr sz="1350" b="0">
                <a:solidFill>
                  <a:srgbClr val="B7C9C1"/>
                </a:solidFill>
                <a:latin typeface="DejaVu Sans"/>
                <a:ea typeface="DejaVu Sans"/>
                <a:cs typeface="DejaVu Sans"/>
              </a:defRPr>
            </a:lvl2pPr>
            <a:lvl3pPr>
              <a:defRPr sz="1350" b="0">
                <a:solidFill>
                  <a:srgbClr val="B7C9C1"/>
                </a:solidFill>
                <a:latin typeface="DejaVu Sans"/>
                <a:ea typeface="DejaVu Sans"/>
                <a:cs typeface="DejaVu Sans"/>
              </a:defRPr>
            </a:lvl3pPr>
            <a:lvl4pPr>
              <a:defRPr sz="1350" b="0">
                <a:solidFill>
                  <a:srgbClr val="B7C9C1"/>
                </a:solidFill>
                <a:latin typeface="DejaVu Sans"/>
                <a:ea typeface="DejaVu Sans"/>
                <a:cs typeface="DejaVu Sans"/>
              </a:defRPr>
            </a:lvl4pPr>
            <a:lvl5pPr>
              <a:defRPr sz="1350" b="0">
                <a:solidFill>
                  <a:srgbClr val="B7C9C1"/>
                </a:solidFill>
                <a:latin typeface="DejaVu Sans"/>
                <a:ea typeface="DejaVu Sans"/>
                <a:cs typeface="DejaVu Sans"/>
              </a:defRPr>
            </a:lvl5pPr>
            <a:lvl6pPr>
              <a:defRPr sz="1350" b="0">
                <a:solidFill>
                  <a:srgbClr val="B7C9C1"/>
                </a:solidFill>
                <a:latin typeface="DejaVu Sans"/>
                <a:ea typeface="DejaVu Sans"/>
                <a:cs typeface="DejaVu Sans"/>
              </a:defRPr>
            </a:lvl6pPr>
            <a:lvl7pPr>
              <a:defRPr sz="1350" b="0">
                <a:solidFill>
                  <a:srgbClr val="B7C9C1"/>
                </a:solidFill>
                <a:latin typeface="DejaVu Sans"/>
                <a:ea typeface="DejaVu Sans"/>
                <a:cs typeface="DejaVu Sans"/>
              </a:defRPr>
            </a:lvl7pPr>
            <a:lvl8pPr>
              <a:defRPr sz="1350" b="0">
                <a:solidFill>
                  <a:srgbClr val="B7C9C1"/>
                </a:solidFill>
                <a:latin typeface="DejaVu Sans"/>
                <a:ea typeface="DejaVu Sans"/>
                <a:cs typeface="DejaVu Sans"/>
              </a:defRPr>
            </a:lvl8pPr>
            <a:lvl9pPr>
              <a:defRPr sz="1350" b="0">
                <a:solidFill>
                  <a:srgbClr val="B7C9C1"/>
                </a:solidFill>
                <a:latin typeface="DejaVu Sans"/>
                <a:ea typeface="DejaVu Sans"/>
                <a:cs typeface="DejaVu Sans"/>
              </a:defRPr>
            </a:lvl9pPr>
          </a:lstStyle>
          <a:p xmlns:a="http://schemas.openxmlformats.org/drawingml/2006/main">
            <a:pPr>
              <a:defRPr sz="1350" b="0">
                <a:solidFill>
                  <a:srgbClr val="B7C9C1"/>
                </a:solidFill>
                <a:latin typeface="DejaVu Sans"/>
                <a:ea typeface="DejaVu Sans"/>
                <a:cs typeface="DejaVu Sans"/>
              </a:defRPr>
            </a:pPr>
            <a:r>
              <a:rPr sz="1350" b="0">
                <a:solidFill>
                  <a:srgbClr val="B7C9C1"/>
                </a:solidFill>
                <a:latin typeface="DejaVu Sans"/>
                <a:ea typeface="DejaVu Sans"/>
                <a:cs typeface="DejaVu Sans"/>
              </a:rPr>
              <a:t>07</a:t>
            </a:r>
          </a:p>
        </p:txBody>
      </p:sp>
      <p:sp>
        <p:nvSpPr>
          <p:cNvPr id="3" name="close">
            <a:extLst xmlns:a="http://schemas.openxmlformats.org/drawingml/2006/main">
              <a:ext uri="{FF2B5EF4-FFF2-40B4-BE49-F238E27FC236}">
                <a16:creationId xmlns:a16="http://schemas.microsoft.com/office/drawing/2014/main" id="{4081D2A2-B9F7-4F46-899E-A0DD66C2982B}"/>
              </a:ext>
            </a:extLst>
          </p:cNvPr>
          <p:cNvSpPr>
            <a:spLocks xmlns:a="http://schemas.openxmlformats.org/drawingml/2006/main" noGrp="1"/>
          </p:cNvSpPr>
          <p:nvPr/>
        </p:nvSpPr>
        <p:spPr>
          <a:xfrm xmlns:a="http://schemas.openxmlformats.org/drawingml/2006/main">
            <a:off x="685800" y="2238375"/>
            <a:ext cx="1066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D8F76C"/>
                </a:solidFill>
                <a:latin typeface="DejaVu Sans"/>
                <a:ea typeface="DejaVu Sans"/>
                <a:cs typeface="DejaVu Sans"/>
              </a:defRPr>
            </a:defPPr>
            <a:lvl1pPr>
              <a:defRPr sz="3750" b="1">
                <a:solidFill>
                  <a:srgbClr val="D8F76C"/>
                </a:solidFill>
                <a:latin typeface="DejaVu Sans"/>
                <a:ea typeface="DejaVu Sans"/>
                <a:cs typeface="DejaVu Sans"/>
              </a:defRPr>
            </a:lvl1pPr>
            <a:lvl2pPr>
              <a:defRPr sz="3750" b="1">
                <a:solidFill>
                  <a:srgbClr val="D8F76C"/>
                </a:solidFill>
                <a:latin typeface="DejaVu Sans"/>
                <a:ea typeface="DejaVu Sans"/>
                <a:cs typeface="DejaVu Sans"/>
              </a:defRPr>
            </a:lvl2pPr>
            <a:lvl3pPr>
              <a:defRPr sz="3750" b="1">
                <a:solidFill>
                  <a:srgbClr val="D8F76C"/>
                </a:solidFill>
                <a:latin typeface="DejaVu Sans"/>
                <a:ea typeface="DejaVu Sans"/>
                <a:cs typeface="DejaVu Sans"/>
              </a:defRPr>
            </a:lvl3pPr>
            <a:lvl4pPr>
              <a:defRPr sz="3750" b="1">
                <a:solidFill>
                  <a:srgbClr val="D8F76C"/>
                </a:solidFill>
                <a:latin typeface="DejaVu Sans"/>
                <a:ea typeface="DejaVu Sans"/>
                <a:cs typeface="DejaVu Sans"/>
              </a:defRPr>
            </a:lvl4pPr>
            <a:lvl5pPr>
              <a:defRPr sz="3750" b="1">
                <a:solidFill>
                  <a:srgbClr val="D8F76C"/>
                </a:solidFill>
                <a:latin typeface="DejaVu Sans"/>
                <a:ea typeface="DejaVu Sans"/>
                <a:cs typeface="DejaVu Sans"/>
              </a:defRPr>
            </a:lvl5pPr>
            <a:lvl6pPr>
              <a:defRPr sz="3750" b="1">
                <a:solidFill>
                  <a:srgbClr val="D8F76C"/>
                </a:solidFill>
                <a:latin typeface="DejaVu Sans"/>
                <a:ea typeface="DejaVu Sans"/>
                <a:cs typeface="DejaVu Sans"/>
              </a:defRPr>
            </a:lvl6pPr>
            <a:lvl7pPr>
              <a:defRPr sz="3750" b="1">
                <a:solidFill>
                  <a:srgbClr val="D8F76C"/>
                </a:solidFill>
                <a:latin typeface="DejaVu Sans"/>
                <a:ea typeface="DejaVu Sans"/>
                <a:cs typeface="DejaVu Sans"/>
              </a:defRPr>
            </a:lvl7pPr>
            <a:lvl8pPr>
              <a:defRPr sz="3750" b="1">
                <a:solidFill>
                  <a:srgbClr val="D8F76C"/>
                </a:solidFill>
                <a:latin typeface="DejaVu Sans"/>
                <a:ea typeface="DejaVu Sans"/>
                <a:cs typeface="DejaVu Sans"/>
              </a:defRPr>
            </a:lvl8pPr>
            <a:lvl9pPr>
              <a:defRPr sz="3750" b="1">
                <a:solidFill>
                  <a:srgbClr val="D8F76C"/>
                </a:solidFill>
                <a:latin typeface="DejaVu Sans"/>
                <a:ea typeface="DejaVu Sans"/>
                <a:cs typeface="DejaVu Sans"/>
              </a:defRPr>
            </a:lvl9pPr>
          </a:lstStyle>
          <a:p xmlns:a="http://schemas.openxmlformats.org/drawingml/2006/main">
            <a:pPr>
              <a:defRPr sz="3750" b="1">
                <a:solidFill>
                  <a:srgbClr val="D8F76C"/>
                </a:solidFill>
                <a:latin typeface="DejaVu Sans"/>
                <a:ea typeface="DejaVu Sans"/>
                <a:cs typeface="DejaVu Sans"/>
              </a:defRPr>
            </a:pPr>
            <a:r>
              <a:rPr sz="3750" b="1">
                <a:solidFill>
                  <a:srgbClr val="D8F76C"/>
                </a:solidFill>
                <a:latin typeface="DejaVu Sans"/>
                <a:ea typeface="DejaVu Sans"/>
                <a:cs typeface="DejaVu Sans"/>
              </a:rPr>
              <a:t>The records explain the number.</a:t>
            </a:r>
          </a:p>
          <a:p xmlns:a="http://schemas.openxmlformats.org/drawingml/2006/main">
            <a:pPr>
              <a:defRPr sz="3750" b="1">
                <a:solidFill>
                  <a:srgbClr val="D8F76C"/>
                </a:solidFill>
                <a:latin typeface="DejaVu Sans"/>
                <a:ea typeface="DejaVu Sans"/>
                <a:cs typeface="DejaVu Sans"/>
              </a:defRPr>
            </a:pPr>
            <a:r>
              <a:rPr sz="3750" b="1">
                <a:solidFill>
                  <a:srgbClr val="D8F76C"/>
                </a:solidFill>
                <a:latin typeface="DejaVu Sans"/>
                <a:ea typeface="DejaVu Sans"/>
                <a:cs typeface="DejaVu Sans"/>
              </a:rPr>
              <a:t>The manager helps explain the floor.</a:t>
            </a:r>
          </a:p>
        </p:txBody>
      </p:sp>
      <p:sp>
        <p:nvSpPr>
          <p:cNvPr id="4" name="link">
            <a:extLst xmlns:a="http://schemas.openxmlformats.org/drawingml/2006/main">
              <a:ext uri="{FF2B5EF4-FFF2-40B4-BE49-F238E27FC236}">
                <a16:creationId xmlns:a16="http://schemas.microsoft.com/office/drawing/2014/main" id="{7469C408-AE4C-4743-B86E-79825D5FB70C}"/>
              </a:ext>
            </a:extLst>
          </p:cNvPr>
          <p:cNvSpPr>
            <a:spLocks xmlns:a="http://schemas.openxmlformats.org/drawingml/2006/main" noGrp="1"/>
          </p:cNvSpPr>
          <p:nvPr/>
        </p:nvSpPr>
        <p:spPr>
          <a:xfrm xmlns:a="http://schemas.openxmlformats.org/drawingml/2006/main">
            <a:off x="685800" y="48577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4F1E8"/>
                </a:solidFill>
                <a:latin typeface="DejaVu Sans"/>
                <a:ea typeface="DejaVu Sans"/>
                <a:cs typeface="DejaVu Sans"/>
              </a:defRPr>
            </a:defPPr>
            <a:lvl1pPr>
              <a:defRPr sz="2250" b="0">
                <a:solidFill>
                  <a:srgbClr val="F4F1E8"/>
                </a:solidFill>
                <a:latin typeface="DejaVu Sans"/>
                <a:ea typeface="DejaVu Sans"/>
                <a:cs typeface="DejaVu Sans"/>
              </a:defRPr>
            </a:lvl1pPr>
            <a:lvl2pPr>
              <a:defRPr sz="2250" b="0">
                <a:solidFill>
                  <a:srgbClr val="F4F1E8"/>
                </a:solidFill>
                <a:latin typeface="DejaVu Sans"/>
                <a:ea typeface="DejaVu Sans"/>
                <a:cs typeface="DejaVu Sans"/>
              </a:defRPr>
            </a:lvl2pPr>
            <a:lvl3pPr>
              <a:defRPr sz="2250" b="0">
                <a:solidFill>
                  <a:srgbClr val="F4F1E8"/>
                </a:solidFill>
                <a:latin typeface="DejaVu Sans"/>
                <a:ea typeface="DejaVu Sans"/>
                <a:cs typeface="DejaVu Sans"/>
              </a:defRPr>
            </a:lvl3pPr>
            <a:lvl4pPr>
              <a:defRPr sz="2250" b="0">
                <a:solidFill>
                  <a:srgbClr val="F4F1E8"/>
                </a:solidFill>
                <a:latin typeface="DejaVu Sans"/>
                <a:ea typeface="DejaVu Sans"/>
                <a:cs typeface="DejaVu Sans"/>
              </a:defRPr>
            </a:lvl4pPr>
            <a:lvl5pPr>
              <a:defRPr sz="2250" b="0">
                <a:solidFill>
                  <a:srgbClr val="F4F1E8"/>
                </a:solidFill>
                <a:latin typeface="DejaVu Sans"/>
                <a:ea typeface="DejaVu Sans"/>
                <a:cs typeface="DejaVu Sans"/>
              </a:defRPr>
            </a:lvl5pPr>
            <a:lvl6pPr>
              <a:defRPr sz="2250" b="0">
                <a:solidFill>
                  <a:srgbClr val="F4F1E8"/>
                </a:solidFill>
                <a:latin typeface="DejaVu Sans"/>
                <a:ea typeface="DejaVu Sans"/>
                <a:cs typeface="DejaVu Sans"/>
              </a:defRPr>
            </a:lvl6pPr>
            <a:lvl7pPr>
              <a:defRPr sz="2250" b="0">
                <a:solidFill>
                  <a:srgbClr val="F4F1E8"/>
                </a:solidFill>
                <a:latin typeface="DejaVu Sans"/>
                <a:ea typeface="DejaVu Sans"/>
                <a:cs typeface="DejaVu Sans"/>
              </a:defRPr>
            </a:lvl7pPr>
            <a:lvl8pPr>
              <a:defRPr sz="2250" b="0">
                <a:solidFill>
                  <a:srgbClr val="F4F1E8"/>
                </a:solidFill>
                <a:latin typeface="DejaVu Sans"/>
                <a:ea typeface="DejaVu Sans"/>
                <a:cs typeface="DejaVu Sans"/>
              </a:defRPr>
            </a:lvl8pPr>
            <a:lvl9pPr>
              <a:defRPr sz="2250" b="0">
                <a:solidFill>
                  <a:srgbClr val="F4F1E8"/>
                </a:solidFill>
                <a:latin typeface="DejaVu Sans"/>
                <a:ea typeface="DejaVu Sans"/>
                <a:cs typeface="DejaVu Sans"/>
              </a:defRPr>
            </a:lvl9pPr>
          </a:lstStyle>
          <a:p xmlns:a="http://schemas.openxmlformats.org/drawingml/2006/main">
            <a:pPr>
              <a:defRPr sz="2250" b="0">
                <a:solidFill>
                  <a:srgbClr val="F4F1E8"/>
                </a:solidFill>
                <a:latin typeface="DejaVu Sans"/>
                <a:ea typeface="DejaVu Sans"/>
                <a:cs typeface="DejaVu Sans"/>
              </a:defRPr>
            </a:pPr>
            <a:r>
              <a:rPr sz="2250" b="0">
                <a:solidFill>
                  <a:srgbClr val="F4F1E8"/>
                </a:solidFill>
                <a:latin typeface="DejaVu Sans"/>
                <a:ea typeface="DejaVu Sans"/>
                <a:cs typeface="DejaVu Sans"/>
              </a:rPr>
              <a:t>github.com/mykemueller1-ctrl/never86-costproof</a:t>
            </a:r>
          </a:p>
        </p:txBody>
      </p:sp>
      <p:sp>
        <p:nvSpPr>
          <p:cNvPr id="5" name="status">
            <a:extLst xmlns:a="http://schemas.openxmlformats.org/drawingml/2006/main">
              <a:ext uri="{FF2B5EF4-FFF2-40B4-BE49-F238E27FC236}">
                <a16:creationId xmlns:a16="http://schemas.microsoft.com/office/drawing/2014/main" id="{BFBC0474-A312-44F6-AFD2-89BCEBC00409}"/>
              </a:ext>
            </a:extLst>
          </p:cNvPr>
          <p:cNvSpPr>
            <a:spLocks xmlns:a="http://schemas.openxmlformats.org/drawingml/2006/main" noGrp="1"/>
          </p:cNvSpPr>
          <p:nvPr/>
        </p:nvSpPr>
        <p:spPr>
          <a:xfrm xmlns:a="http://schemas.openxmlformats.org/drawingml/2006/main">
            <a:off x="685800" y="58578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B7C9C1"/>
                </a:solidFill>
                <a:latin typeface="DejaVu Sans"/>
                <a:ea typeface="DejaVu Sans"/>
                <a:cs typeface="DejaVu Sans"/>
              </a:defRPr>
            </a:defPPr>
            <a:lvl1pPr>
              <a:defRPr sz="1650" b="0">
                <a:solidFill>
                  <a:srgbClr val="B7C9C1"/>
                </a:solidFill>
                <a:latin typeface="DejaVu Sans"/>
                <a:ea typeface="DejaVu Sans"/>
                <a:cs typeface="DejaVu Sans"/>
              </a:defRPr>
            </a:lvl1pPr>
            <a:lvl2pPr>
              <a:defRPr sz="1650" b="0">
                <a:solidFill>
                  <a:srgbClr val="B7C9C1"/>
                </a:solidFill>
                <a:latin typeface="DejaVu Sans"/>
                <a:ea typeface="DejaVu Sans"/>
                <a:cs typeface="DejaVu Sans"/>
              </a:defRPr>
            </a:lvl2pPr>
            <a:lvl3pPr>
              <a:defRPr sz="1650" b="0">
                <a:solidFill>
                  <a:srgbClr val="B7C9C1"/>
                </a:solidFill>
                <a:latin typeface="DejaVu Sans"/>
                <a:ea typeface="DejaVu Sans"/>
                <a:cs typeface="DejaVu Sans"/>
              </a:defRPr>
            </a:lvl3pPr>
            <a:lvl4pPr>
              <a:defRPr sz="1650" b="0">
                <a:solidFill>
                  <a:srgbClr val="B7C9C1"/>
                </a:solidFill>
                <a:latin typeface="DejaVu Sans"/>
                <a:ea typeface="DejaVu Sans"/>
                <a:cs typeface="DejaVu Sans"/>
              </a:defRPr>
            </a:lvl4pPr>
            <a:lvl5pPr>
              <a:defRPr sz="1650" b="0">
                <a:solidFill>
                  <a:srgbClr val="B7C9C1"/>
                </a:solidFill>
                <a:latin typeface="DejaVu Sans"/>
                <a:ea typeface="DejaVu Sans"/>
                <a:cs typeface="DejaVu Sans"/>
              </a:defRPr>
            </a:lvl5pPr>
            <a:lvl6pPr>
              <a:defRPr sz="1650" b="0">
                <a:solidFill>
                  <a:srgbClr val="B7C9C1"/>
                </a:solidFill>
                <a:latin typeface="DejaVu Sans"/>
                <a:ea typeface="DejaVu Sans"/>
                <a:cs typeface="DejaVu Sans"/>
              </a:defRPr>
            </a:lvl6pPr>
            <a:lvl7pPr>
              <a:defRPr sz="1650" b="0">
                <a:solidFill>
                  <a:srgbClr val="B7C9C1"/>
                </a:solidFill>
                <a:latin typeface="DejaVu Sans"/>
                <a:ea typeface="DejaVu Sans"/>
                <a:cs typeface="DejaVu Sans"/>
              </a:defRPr>
            </a:lvl7pPr>
            <a:lvl8pPr>
              <a:defRPr sz="1650" b="0">
                <a:solidFill>
                  <a:srgbClr val="B7C9C1"/>
                </a:solidFill>
                <a:latin typeface="DejaVu Sans"/>
                <a:ea typeface="DejaVu Sans"/>
                <a:cs typeface="DejaVu Sans"/>
              </a:defRPr>
            </a:lvl8pPr>
            <a:lvl9pPr>
              <a:defRPr sz="1650" b="0">
                <a:solidFill>
                  <a:srgbClr val="B7C9C1"/>
                </a:solidFill>
                <a:latin typeface="DejaVu Sans"/>
                <a:ea typeface="DejaVu Sans"/>
                <a:cs typeface="DejaVu Sans"/>
              </a:defRPr>
            </a:lvl9pPr>
          </a:lstStyle>
          <a:p xmlns:a="http://schemas.openxmlformats.org/drawingml/2006/main">
            <a:pPr>
              <a:defRPr sz="1650" b="0">
                <a:solidFill>
                  <a:srgbClr val="B7C9C1"/>
                </a:solidFill>
                <a:latin typeface="DejaVu Sans"/>
                <a:ea typeface="DejaVu Sans"/>
                <a:cs typeface="DejaVu Sans"/>
              </a:defRPr>
            </a:pPr>
            <a:r>
              <a:rPr sz="1650" b="0">
                <a:solidFill>
                  <a:srgbClr val="B7C9C1"/>
                </a:solidFill>
                <a:latin typeface="DejaVu Sans"/>
                <a:ea typeface="DejaVu Sans"/>
                <a:cs typeface="DejaVu Sans"/>
              </a:rPr>
              <a:t>Development draft / synthetic data / live sponsor completion pending</a:t>
            </a:r>
          </a:p>
        </p:txBody>
      </p:sp>
    </p:spTree>
    <p:extLst>
      <p:ext uri="{BB962C8B-B14F-4D97-AF65-F5344CB8AC3E}">
        <p14:creationId xmlns:p14="http://schemas.microsoft.com/office/powerpoint/2010/main" val="14892484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2026-10-22T18:35:18.4820000Z</dcterms:created>
  <dcterms:modified xsi:type="dcterms:W3CDTF">2026-10-22T18:35:18.4820000Z</dcterms:modified>
</coreProperties>
</file>